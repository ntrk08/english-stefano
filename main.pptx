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62" r:id="rId3"/>
    <p:sldId id="261" r:id="rId4"/>
    <p:sldId id="267" r:id="rId5"/>
    <p:sldId id="268" r:id="rId6"/>
    <p:sldId id="269" r:id="rId7"/>
    <p:sldId id="270" r:id="rId8"/>
    <p:sldId id="271" r:id="rId9"/>
    <p:sldId id="272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9415"/>
    <a:srgbClr val="DFD6C7"/>
    <a:srgbClr val="F4F1EC"/>
    <a:srgbClr val="7BD1EF"/>
    <a:srgbClr val="692C9C"/>
    <a:srgbClr val="9C5BD1"/>
    <a:srgbClr val="006F96"/>
    <a:srgbClr val="00B0F0"/>
    <a:srgbClr val="49BB92"/>
    <a:srgbClr val="1143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19" autoAdjust="0"/>
  </p:normalViewPr>
  <p:slideViewPr>
    <p:cSldViewPr snapToGrid="0">
      <p:cViewPr varScale="1">
        <p:scale>
          <a:sx n="105" d="100"/>
          <a:sy n="105" d="100"/>
        </p:scale>
        <p:origin x="22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58A17-5F6A-4455-A03F-32873B3CCC6C}" type="datetimeFigureOut">
              <a:rPr lang="en-US" smtClean="0"/>
              <a:t>2025-05-28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6BD1B-5BD0-48AF-8D74-96F1A342B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50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6BD1B-5BD0-48AF-8D74-96F1A342BF1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85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6BD1B-5BD0-48AF-8D74-96F1A342BF1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042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5F4F-EB79-5A0C-A12B-78144DADC6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987EB-154E-868E-FEE7-07B7D40A1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EE368-B39C-14D3-377B-397FB9EC4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07B0-DB75-4F72-BD65-E742B8908D12}" type="datetimeFigureOut">
              <a:rPr lang="en-US" smtClean="0"/>
              <a:t>2025-05-28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1B66C-1E81-3C48-6E2D-846EE9C11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B725F-D955-74F8-B3B0-3827BF567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19505-9130-4697-9B02-8F95D7584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9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77D2-66B7-B7F9-F064-E63C951E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9DF40-7E44-7AEF-E9FE-0DDA80ED6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D7CC4-16F2-7D4A-18C5-33BE1A68B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07B0-DB75-4F72-BD65-E742B8908D12}" type="datetimeFigureOut">
              <a:rPr lang="en-US" smtClean="0"/>
              <a:t>2025-05-28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6E9F0-B964-FE7C-4E97-7DE59BEF9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F6176-3AC2-5D7D-7C98-29919B89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19505-9130-4697-9B02-8F95D7584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5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A6661-ACC8-5ECC-57F7-4D067C3A3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41BB5-37AB-7653-372A-C94E6FA14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8ABB5-E05B-49DD-9EB0-D56F8A71E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07B0-DB75-4F72-BD65-E742B8908D12}" type="datetimeFigureOut">
              <a:rPr lang="en-US" smtClean="0"/>
              <a:t>2025-05-28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84F61-813F-C3CD-5914-C225E067B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5206E-E4F3-4520-FA88-B52EEBB4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19505-9130-4697-9B02-8F95D7584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59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B324-B491-755C-6BB2-5752D9B43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9F96D-D160-9A53-617E-D4AC4915D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0B9D33-7C03-B91C-9FD2-B89CBD2DD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D9A11-0D10-F73A-19A7-62C24D779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07B0-DB75-4F72-BD65-E742B8908D12}" type="datetimeFigureOut">
              <a:rPr lang="en-US" smtClean="0"/>
              <a:t>2025-05-28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A7FB4-E6AE-DED3-3EDA-891EB9433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F48B6-60F4-C0D4-AF45-E726D163B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19505-9130-4697-9B02-8F95D7584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227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A53DF-C9B9-5164-2DE1-573795935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1103C-F02A-D7B5-8662-ECC33FB8A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25A4FD-C32D-5BA8-B66A-AB4B6FBE8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2697F6-51F5-A357-E84D-733406DC97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C9A190-2343-4AE0-D57A-DE9C06E39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67FC2-7EF6-943C-D2F1-6DA07C28E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07B0-DB75-4F72-BD65-E742B8908D12}" type="datetimeFigureOut">
              <a:rPr lang="en-US" smtClean="0"/>
              <a:t>2025-05-28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A63325-45E0-6894-B727-B01A09D28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3DA155-E51B-C2C7-364F-64494278A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19505-9130-4697-9B02-8F95D7584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57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D1A48-352D-4558-F9C7-913C9026A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9F5EF-593E-7951-4B85-723D5F9E7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07B0-DB75-4F72-BD65-E742B8908D12}" type="datetimeFigureOut">
              <a:rPr lang="en-US" smtClean="0"/>
              <a:t>2025-05-28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D113E-956C-E944-C5DC-5FFD54D35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F03C5-1AD5-CAA9-E29D-BC1B6BAE7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19505-9130-4697-9B02-8F95D7584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27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2C7CDE-4A6C-5301-E61F-41A27602B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07B0-DB75-4F72-BD65-E742B8908D12}" type="datetimeFigureOut">
              <a:rPr lang="en-US" smtClean="0"/>
              <a:t>2025-05-28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398D6B-60C6-29CE-E9ED-A90D4F25F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F9070-1435-2CA4-3FDB-32C8BA239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19505-9130-4697-9B02-8F95D7584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227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BA9BD-587A-3ED7-3584-0752F564A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1C0C0-499D-A7E1-798E-624A9FDA6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461DB-C8CA-74F2-4BF7-75E4E72B6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E8C65-9C25-6F4D-02A8-047F2197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07B0-DB75-4F72-BD65-E742B8908D12}" type="datetimeFigureOut">
              <a:rPr lang="en-US" smtClean="0"/>
              <a:t>2025-05-28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BFEBF-D1EB-96C7-F9B4-942C9DAD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FDF2C-CDA9-57D9-7D33-8358C00C5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19505-9130-4697-9B02-8F95D7584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25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57DA7-8475-BAB8-B57A-D9E08403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7056D7-6853-5D22-AFC2-27CD3AB5E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E91CD-CEC6-A05C-0FA3-23D0A1156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3FA66-45E2-3306-CD53-4F9E28796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07B0-DB75-4F72-BD65-E742B8908D12}" type="datetimeFigureOut">
              <a:rPr lang="en-US" smtClean="0"/>
              <a:t>2025-05-28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93794-5B0A-4111-15B3-CADF2C570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03BCB-287A-C492-CCF7-951E1C93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19505-9130-4697-9B02-8F95D7584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73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CC3A8-6279-FC95-0F58-0784C793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C4036-DAD4-5FF4-5A75-D5DAAEF66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7827D-D662-4DD4-FB8B-1F092A383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07B0-DB75-4F72-BD65-E742B8908D12}" type="datetimeFigureOut">
              <a:rPr lang="en-US" smtClean="0"/>
              <a:t>2025-05-28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2E3AC-73D8-774E-72AC-5D2CCCBF7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B9513-FA2A-8BF9-D4C7-9A2696A7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19505-9130-4697-9B02-8F95D7584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63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71D9A3-F6C0-0AD5-F95E-96019DEC67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29046-2F0F-F4A4-59CF-64D17619C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3C76-10C7-6116-98B3-642C15C45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07B0-DB75-4F72-BD65-E742B8908D12}" type="datetimeFigureOut">
              <a:rPr lang="en-US" smtClean="0"/>
              <a:t>2025-05-28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E1318-4175-4944-88E0-2C8E79D81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2F9BD-161E-1803-4047-B945E84E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19505-9130-4697-9B02-8F95D7584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72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C15E03-371B-2BDD-741B-301644E4B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794B4-7A9E-4B13-B9BA-A478D8A49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4B72B-D286-1B92-51B7-3E79738FAD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607B0-DB75-4F72-BD65-E742B8908D12}" type="datetimeFigureOut">
              <a:rPr lang="en-US" smtClean="0"/>
              <a:t>2025-05-28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16F5-6F0B-3D25-5924-901660B166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899FC-D2B3-0332-7144-12576472E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19505-9130-4697-9B02-8F95D7584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3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ntrk\Documents\english-stefano\regular&amp;irregular.pptx#-1,1,Regular and irregular verb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F33E7-CCD4-6645-61EF-370E83FAC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artoon characters on a green field&#10;&#10;AI-generated content may be incorrect.">
            <a:extLst>
              <a:ext uri="{FF2B5EF4-FFF2-40B4-BE49-F238E27FC236}">
                <a16:creationId xmlns:a16="http://schemas.microsoft.com/office/drawing/2014/main" id="{4598C42B-5580-1B05-58FA-6C4055078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" y="0"/>
            <a:ext cx="12207240" cy="8138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C24D20-D76F-37DB-709D-F3B246043E5C}"/>
              </a:ext>
            </a:extLst>
          </p:cNvPr>
          <p:cNvSpPr txBox="1"/>
          <p:nvPr/>
        </p:nvSpPr>
        <p:spPr>
          <a:xfrm>
            <a:off x="2873000" y="2705725"/>
            <a:ext cx="64459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OhChewy" panose="02000503050000020003" pitchFamily="2" charset="0"/>
                <a:cs typeface="Fredoka" pitchFamily="2" charset="-79"/>
              </a:rPr>
              <a:t>Grade 5 English</a:t>
            </a:r>
          </a:p>
        </p:txBody>
      </p:sp>
      <p:sp>
        <p:nvSpPr>
          <p:cNvPr id="9" name="Rectangle: Rounded Corners 8">
            <a:hlinkClick r:id="rId3" action="ppaction://hlinksldjump"/>
            <a:extLst>
              <a:ext uri="{FF2B5EF4-FFF2-40B4-BE49-F238E27FC236}">
                <a16:creationId xmlns:a16="http://schemas.microsoft.com/office/drawing/2014/main" id="{4C6F4189-32A6-5833-A1FA-C613007C7381}"/>
              </a:ext>
            </a:extLst>
          </p:cNvPr>
          <p:cNvSpPr/>
          <p:nvPr/>
        </p:nvSpPr>
        <p:spPr>
          <a:xfrm>
            <a:off x="5059349" y="4278818"/>
            <a:ext cx="2058061" cy="5840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4000">
                <a:srgbClr val="7BE753"/>
              </a:gs>
              <a:gs pos="100000">
                <a:srgbClr val="279415"/>
              </a:gs>
            </a:gsLst>
            <a:lin ang="2700000" scaled="1"/>
            <a:tileRect/>
          </a:gradFill>
          <a:ln>
            <a:solidFill>
              <a:srgbClr val="2794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Fredoka" pitchFamily="2" charset="-79"/>
                <a:cs typeface="Fredoka" pitchFamily="2" charset="-79"/>
              </a:rPr>
              <a:t>Start</a:t>
            </a:r>
            <a:endParaRPr lang="en-US" sz="3200" b="1" dirty="0">
              <a:latin typeface="Fredoka" pitchFamily="2" charset="-79"/>
              <a:cs typeface="Fredoka" pitchFamily="2" charset="-79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3FB203-8504-E22E-3DDC-19F4F4DB6786}"/>
              </a:ext>
            </a:extLst>
          </p:cNvPr>
          <p:cNvSpPr/>
          <p:nvPr/>
        </p:nvSpPr>
        <p:spPr>
          <a:xfrm>
            <a:off x="4394761" y="9152325"/>
            <a:ext cx="3543301" cy="1126455"/>
          </a:xfrm>
          <a:prstGeom prst="roundRect">
            <a:avLst>
              <a:gd name="adj" fmla="val 50000"/>
            </a:avLst>
          </a:prstGeom>
          <a:solidFill>
            <a:srgbClr val="49BB92"/>
          </a:solidFill>
          <a:ln w="127000">
            <a:solidFill>
              <a:srgbClr val="006F96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BEE214-68A8-181E-7F52-0A9E8D736A38}"/>
              </a:ext>
            </a:extLst>
          </p:cNvPr>
          <p:cNvSpPr/>
          <p:nvPr/>
        </p:nvSpPr>
        <p:spPr>
          <a:xfrm>
            <a:off x="4319220" y="9099585"/>
            <a:ext cx="3543301" cy="106803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127000">
            <a:solidFill>
              <a:srgbClr val="00B0F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3562EE-6C35-9816-5EE4-F6E6D0388B15}"/>
              </a:ext>
            </a:extLst>
          </p:cNvPr>
          <p:cNvSpPr txBox="1"/>
          <p:nvPr/>
        </p:nvSpPr>
        <p:spPr>
          <a:xfrm flipH="1">
            <a:off x="4646220" y="9319605"/>
            <a:ext cx="3040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herry Bomb One" panose="02000000000000000000" pitchFamily="2" charset="-128"/>
                <a:ea typeface="Cherry Bomb One" panose="02000000000000000000" pitchFamily="2" charset="-128"/>
                <a:cs typeface="Fredoka" pitchFamily="2" charset="-79"/>
              </a:rPr>
              <a:t>Exercises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259D937-BCBC-7B08-3989-03EB1EF146B1}"/>
              </a:ext>
            </a:extLst>
          </p:cNvPr>
          <p:cNvSpPr/>
          <p:nvPr/>
        </p:nvSpPr>
        <p:spPr>
          <a:xfrm>
            <a:off x="-4722895" y="3088075"/>
            <a:ext cx="3543301" cy="1068035"/>
          </a:xfrm>
          <a:prstGeom prst="roundRect">
            <a:avLst>
              <a:gd name="adj" fmla="val 50000"/>
            </a:avLst>
          </a:prstGeom>
          <a:solidFill>
            <a:srgbClr val="49BB92"/>
          </a:solidFill>
          <a:ln w="127000">
            <a:solidFill>
              <a:srgbClr val="33896A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13A932C-280D-9DFD-D779-BEE402B63761}"/>
              </a:ext>
            </a:extLst>
          </p:cNvPr>
          <p:cNvSpPr/>
          <p:nvPr/>
        </p:nvSpPr>
        <p:spPr>
          <a:xfrm>
            <a:off x="-4798436" y="3035335"/>
            <a:ext cx="3543301" cy="1009615"/>
          </a:xfrm>
          <a:prstGeom prst="roundRect">
            <a:avLst>
              <a:gd name="adj" fmla="val 50000"/>
            </a:avLst>
          </a:prstGeom>
          <a:solidFill>
            <a:srgbClr val="49BB92"/>
          </a:solidFill>
          <a:ln w="127000">
            <a:solidFill>
              <a:srgbClr val="49BB9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BCF9B6-3425-D1B3-7657-4BB806BE2560}"/>
              </a:ext>
            </a:extLst>
          </p:cNvPr>
          <p:cNvSpPr txBox="1"/>
          <p:nvPr/>
        </p:nvSpPr>
        <p:spPr>
          <a:xfrm flipH="1">
            <a:off x="-4473271" y="3202615"/>
            <a:ext cx="3040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herry Bomb One" panose="02000000000000000000" pitchFamily="2" charset="-128"/>
                <a:ea typeface="Cherry Bomb One" panose="02000000000000000000" pitchFamily="2" charset="-128"/>
                <a:cs typeface="Fredoka" pitchFamily="2" charset="-79"/>
              </a:rPr>
              <a:t>Chapters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5EE4C6B-E4B3-FBC8-1E51-F52A80EF7187}"/>
              </a:ext>
            </a:extLst>
          </p:cNvPr>
          <p:cNvSpPr/>
          <p:nvPr/>
        </p:nvSpPr>
        <p:spPr>
          <a:xfrm>
            <a:off x="12940918" y="3091455"/>
            <a:ext cx="3543301" cy="1064655"/>
          </a:xfrm>
          <a:prstGeom prst="roundRect">
            <a:avLst>
              <a:gd name="adj" fmla="val 50000"/>
            </a:avLst>
          </a:prstGeom>
          <a:solidFill>
            <a:srgbClr val="49BB92"/>
          </a:solidFill>
          <a:ln w="127000">
            <a:solidFill>
              <a:srgbClr val="692C9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D2CB070-E9F4-DE87-719A-E6069FA9383B}"/>
              </a:ext>
            </a:extLst>
          </p:cNvPr>
          <p:cNvSpPr/>
          <p:nvPr/>
        </p:nvSpPr>
        <p:spPr>
          <a:xfrm>
            <a:off x="12865377" y="3038715"/>
            <a:ext cx="3543301" cy="1006235"/>
          </a:xfrm>
          <a:prstGeom prst="roundRect">
            <a:avLst>
              <a:gd name="adj" fmla="val 50000"/>
            </a:avLst>
          </a:prstGeom>
          <a:solidFill>
            <a:srgbClr val="9C5BD1"/>
          </a:solidFill>
          <a:ln w="127000">
            <a:solidFill>
              <a:srgbClr val="9C5BD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EEC519-C246-D0B5-B224-ACD2A067A5B7}"/>
              </a:ext>
            </a:extLst>
          </p:cNvPr>
          <p:cNvSpPr txBox="1"/>
          <p:nvPr/>
        </p:nvSpPr>
        <p:spPr>
          <a:xfrm flipH="1">
            <a:off x="13192377" y="3276964"/>
            <a:ext cx="3040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herry Bomb One" panose="02000000000000000000" pitchFamily="2" charset="-128"/>
                <a:ea typeface="Cherry Bomb One" panose="02000000000000000000" pitchFamily="2" charset="-128"/>
                <a:cs typeface="Fredoka" pitchFamily="2" charset="-79"/>
              </a:rPr>
              <a:t>Videos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AD390D-8946-97AA-856A-B3077436A235}"/>
              </a:ext>
            </a:extLst>
          </p:cNvPr>
          <p:cNvSpPr txBox="1"/>
          <p:nvPr/>
        </p:nvSpPr>
        <p:spPr>
          <a:xfrm>
            <a:off x="3260459" y="3939454"/>
            <a:ext cx="179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By </a:t>
            </a:r>
            <a:r>
              <a:rPr lang="en-US" dirty="0" err="1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Mr</a:t>
            </a:r>
            <a:r>
              <a:rPr lang="en-US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 Stefano.</a:t>
            </a:r>
          </a:p>
        </p:txBody>
      </p:sp>
      <p:pic>
        <p:nvPicPr>
          <p:cNvPr id="4" name="Picture 3" descr="A logo of a book and crown&#10;&#10;AI-generated content may be incorrect.">
            <a:extLst>
              <a:ext uri="{FF2B5EF4-FFF2-40B4-BE49-F238E27FC236}">
                <a16:creationId xmlns:a16="http://schemas.microsoft.com/office/drawing/2014/main" id="{2FF6B3DC-AEA0-C621-F7E1-39194E33D4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" y="0"/>
            <a:ext cx="986594" cy="7181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663FF7-C3DC-6803-075A-638011FEF9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7" y="0"/>
            <a:ext cx="718157" cy="71815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D77F625-DF64-9232-2A97-919A1D395502}"/>
              </a:ext>
            </a:extLst>
          </p:cNvPr>
          <p:cNvGrpSpPr>
            <a:grpSpLocks noChangeAspect="1"/>
          </p:cNvGrpSpPr>
          <p:nvPr/>
        </p:nvGrpSpPr>
        <p:grpSpPr>
          <a:xfrm>
            <a:off x="11149875" y="-1393585"/>
            <a:ext cx="763003" cy="746163"/>
            <a:chOff x="0" y="-7620"/>
            <a:chExt cx="4833620" cy="4726940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6C9E9B8-E1B1-23F6-2DAB-1837716D8653}"/>
                </a:ext>
              </a:extLst>
            </p:cNvPr>
            <p:cNvSpPr/>
            <p:nvPr/>
          </p:nvSpPr>
          <p:spPr>
            <a:xfrm>
              <a:off x="0" y="-7620"/>
              <a:ext cx="4833620" cy="4726940"/>
            </a:xfrm>
            <a:custGeom>
              <a:avLst/>
              <a:gdLst/>
              <a:ahLst/>
              <a:cxnLst/>
              <a:rect l="l" t="t" r="r" b="b"/>
              <a:pathLst>
                <a:path w="4833620" h="4726940">
                  <a:moveTo>
                    <a:pt x="3416300" y="4662170"/>
                  </a:moveTo>
                  <a:cubicBezTo>
                    <a:pt x="3388360" y="4669790"/>
                    <a:pt x="3366770" y="4679950"/>
                    <a:pt x="3345180" y="4682490"/>
                  </a:cubicBezTo>
                  <a:cubicBezTo>
                    <a:pt x="3223260" y="4692650"/>
                    <a:pt x="3102610" y="4702810"/>
                    <a:pt x="2980690" y="4711700"/>
                  </a:cubicBezTo>
                  <a:cubicBezTo>
                    <a:pt x="2918460" y="4715510"/>
                    <a:pt x="2856230" y="4719320"/>
                    <a:pt x="2794000" y="4720590"/>
                  </a:cubicBezTo>
                  <a:cubicBezTo>
                    <a:pt x="2726690" y="4723130"/>
                    <a:pt x="2659380" y="4726940"/>
                    <a:pt x="2593340" y="4724400"/>
                  </a:cubicBezTo>
                  <a:cubicBezTo>
                    <a:pt x="2529840" y="4723130"/>
                    <a:pt x="2466340" y="4719320"/>
                    <a:pt x="2405380" y="4707890"/>
                  </a:cubicBezTo>
                  <a:cubicBezTo>
                    <a:pt x="2326640" y="4693920"/>
                    <a:pt x="2246630" y="4693920"/>
                    <a:pt x="2169160" y="4681220"/>
                  </a:cubicBezTo>
                  <a:cubicBezTo>
                    <a:pt x="1967230" y="4648200"/>
                    <a:pt x="1761490" y="4657090"/>
                    <a:pt x="1558290" y="4643120"/>
                  </a:cubicBezTo>
                  <a:cubicBezTo>
                    <a:pt x="1443990" y="4635500"/>
                    <a:pt x="1329690" y="4617720"/>
                    <a:pt x="1215390" y="4602480"/>
                  </a:cubicBezTo>
                  <a:cubicBezTo>
                    <a:pt x="1085850" y="4585970"/>
                    <a:pt x="956310" y="4566920"/>
                    <a:pt x="825500" y="4549140"/>
                  </a:cubicBezTo>
                  <a:cubicBezTo>
                    <a:pt x="730250" y="4536440"/>
                    <a:pt x="633730" y="4523740"/>
                    <a:pt x="538480" y="4511040"/>
                  </a:cubicBezTo>
                  <a:cubicBezTo>
                    <a:pt x="535940" y="4511040"/>
                    <a:pt x="533400" y="4509770"/>
                    <a:pt x="530860" y="4509770"/>
                  </a:cubicBezTo>
                  <a:cubicBezTo>
                    <a:pt x="450850" y="4475479"/>
                    <a:pt x="365760" y="4448810"/>
                    <a:pt x="292100" y="4404360"/>
                  </a:cubicBezTo>
                  <a:cubicBezTo>
                    <a:pt x="167640" y="4328160"/>
                    <a:pt x="114300" y="4206240"/>
                    <a:pt x="109220" y="4062730"/>
                  </a:cubicBezTo>
                  <a:cubicBezTo>
                    <a:pt x="107950" y="4013200"/>
                    <a:pt x="101600" y="3964940"/>
                    <a:pt x="101600" y="3915410"/>
                  </a:cubicBezTo>
                  <a:cubicBezTo>
                    <a:pt x="102870" y="3846830"/>
                    <a:pt x="107950" y="3779520"/>
                    <a:pt x="111760" y="3712210"/>
                  </a:cubicBezTo>
                  <a:cubicBezTo>
                    <a:pt x="121920" y="3511550"/>
                    <a:pt x="127000" y="3310890"/>
                    <a:pt x="111760" y="3110230"/>
                  </a:cubicBezTo>
                  <a:cubicBezTo>
                    <a:pt x="97790" y="2929890"/>
                    <a:pt x="85090" y="2750820"/>
                    <a:pt x="71120" y="2570480"/>
                  </a:cubicBezTo>
                  <a:cubicBezTo>
                    <a:pt x="62230" y="2454910"/>
                    <a:pt x="50800" y="2340610"/>
                    <a:pt x="43180" y="2225040"/>
                  </a:cubicBezTo>
                  <a:cubicBezTo>
                    <a:pt x="38100" y="2148840"/>
                    <a:pt x="39370" y="2071370"/>
                    <a:pt x="34290" y="1995170"/>
                  </a:cubicBezTo>
                  <a:cubicBezTo>
                    <a:pt x="31750" y="1951990"/>
                    <a:pt x="17780" y="1910080"/>
                    <a:pt x="16510" y="1866900"/>
                  </a:cubicBezTo>
                  <a:cubicBezTo>
                    <a:pt x="11430" y="1762760"/>
                    <a:pt x="10160" y="1657350"/>
                    <a:pt x="7620" y="1551940"/>
                  </a:cubicBezTo>
                  <a:cubicBezTo>
                    <a:pt x="6350" y="1511300"/>
                    <a:pt x="0" y="1470660"/>
                    <a:pt x="1270" y="1430020"/>
                  </a:cubicBezTo>
                  <a:cubicBezTo>
                    <a:pt x="2540" y="1366520"/>
                    <a:pt x="10160" y="1303020"/>
                    <a:pt x="11430" y="1239520"/>
                  </a:cubicBezTo>
                  <a:cubicBezTo>
                    <a:pt x="12700" y="1165860"/>
                    <a:pt x="5080" y="1092200"/>
                    <a:pt x="7620" y="1019810"/>
                  </a:cubicBezTo>
                  <a:cubicBezTo>
                    <a:pt x="7620" y="949960"/>
                    <a:pt x="16510" y="881380"/>
                    <a:pt x="25400" y="811530"/>
                  </a:cubicBezTo>
                  <a:cubicBezTo>
                    <a:pt x="27940" y="787400"/>
                    <a:pt x="45720" y="765810"/>
                    <a:pt x="50800" y="741680"/>
                  </a:cubicBezTo>
                  <a:cubicBezTo>
                    <a:pt x="72390" y="622300"/>
                    <a:pt x="95250" y="502920"/>
                    <a:pt x="151130" y="392430"/>
                  </a:cubicBezTo>
                  <a:cubicBezTo>
                    <a:pt x="163830" y="368300"/>
                    <a:pt x="184150" y="346710"/>
                    <a:pt x="203200" y="327660"/>
                  </a:cubicBezTo>
                  <a:cubicBezTo>
                    <a:pt x="209550" y="321310"/>
                    <a:pt x="224790" y="325120"/>
                    <a:pt x="228600" y="325120"/>
                  </a:cubicBezTo>
                  <a:cubicBezTo>
                    <a:pt x="237490" y="308610"/>
                    <a:pt x="242570" y="292100"/>
                    <a:pt x="252730" y="284480"/>
                  </a:cubicBezTo>
                  <a:cubicBezTo>
                    <a:pt x="307340" y="242570"/>
                    <a:pt x="364490" y="212090"/>
                    <a:pt x="435610" y="204470"/>
                  </a:cubicBezTo>
                  <a:cubicBezTo>
                    <a:pt x="488950" y="198120"/>
                    <a:pt x="541020" y="175260"/>
                    <a:pt x="594360" y="162560"/>
                  </a:cubicBezTo>
                  <a:cubicBezTo>
                    <a:pt x="659130" y="147320"/>
                    <a:pt x="723900" y="129540"/>
                    <a:pt x="791210" y="120650"/>
                  </a:cubicBezTo>
                  <a:cubicBezTo>
                    <a:pt x="852170" y="113030"/>
                    <a:pt x="910590" y="96520"/>
                    <a:pt x="972820" y="91440"/>
                  </a:cubicBezTo>
                  <a:cubicBezTo>
                    <a:pt x="1036320" y="86360"/>
                    <a:pt x="1099820" y="71120"/>
                    <a:pt x="1164590" y="66040"/>
                  </a:cubicBezTo>
                  <a:cubicBezTo>
                    <a:pt x="1339850" y="53340"/>
                    <a:pt x="1516380" y="44450"/>
                    <a:pt x="1691640" y="34290"/>
                  </a:cubicBezTo>
                  <a:cubicBezTo>
                    <a:pt x="1734820" y="31750"/>
                    <a:pt x="1778000" y="34290"/>
                    <a:pt x="1821180" y="35560"/>
                  </a:cubicBezTo>
                  <a:cubicBezTo>
                    <a:pt x="1842770" y="36830"/>
                    <a:pt x="1864360" y="41910"/>
                    <a:pt x="1887220" y="44450"/>
                  </a:cubicBezTo>
                  <a:cubicBezTo>
                    <a:pt x="1897380" y="45720"/>
                    <a:pt x="1907540" y="41910"/>
                    <a:pt x="1917700" y="41910"/>
                  </a:cubicBezTo>
                  <a:cubicBezTo>
                    <a:pt x="1948180" y="41910"/>
                    <a:pt x="1979930" y="41910"/>
                    <a:pt x="2010410" y="40640"/>
                  </a:cubicBezTo>
                  <a:cubicBezTo>
                    <a:pt x="2068830" y="38100"/>
                    <a:pt x="2128520" y="31750"/>
                    <a:pt x="2186940" y="31750"/>
                  </a:cubicBezTo>
                  <a:cubicBezTo>
                    <a:pt x="2244090" y="31750"/>
                    <a:pt x="2301240" y="35560"/>
                    <a:pt x="2358390" y="38100"/>
                  </a:cubicBezTo>
                  <a:lnTo>
                    <a:pt x="2404110" y="38100"/>
                  </a:lnTo>
                  <a:cubicBezTo>
                    <a:pt x="2473960" y="35560"/>
                    <a:pt x="2542540" y="35560"/>
                    <a:pt x="2612390" y="31750"/>
                  </a:cubicBezTo>
                  <a:cubicBezTo>
                    <a:pt x="2679700" y="27940"/>
                    <a:pt x="2745740" y="19050"/>
                    <a:pt x="2813050" y="15240"/>
                  </a:cubicBezTo>
                  <a:cubicBezTo>
                    <a:pt x="2844800" y="12700"/>
                    <a:pt x="2877820" y="12700"/>
                    <a:pt x="2909570" y="19050"/>
                  </a:cubicBezTo>
                  <a:cubicBezTo>
                    <a:pt x="2957830" y="27940"/>
                    <a:pt x="3003550" y="33020"/>
                    <a:pt x="3051810" y="19050"/>
                  </a:cubicBezTo>
                  <a:cubicBezTo>
                    <a:pt x="3069590" y="13970"/>
                    <a:pt x="3092450" y="22860"/>
                    <a:pt x="3112770" y="25400"/>
                  </a:cubicBezTo>
                  <a:cubicBezTo>
                    <a:pt x="3121660" y="26670"/>
                    <a:pt x="3131820" y="29210"/>
                    <a:pt x="3136900" y="25400"/>
                  </a:cubicBezTo>
                  <a:cubicBezTo>
                    <a:pt x="3171190" y="0"/>
                    <a:pt x="3202940" y="6350"/>
                    <a:pt x="3235960" y="27940"/>
                  </a:cubicBezTo>
                  <a:cubicBezTo>
                    <a:pt x="3239770" y="30480"/>
                    <a:pt x="3249930" y="24130"/>
                    <a:pt x="3257550" y="24130"/>
                  </a:cubicBezTo>
                  <a:cubicBezTo>
                    <a:pt x="3288030" y="24130"/>
                    <a:pt x="3318510" y="24130"/>
                    <a:pt x="3350260" y="25400"/>
                  </a:cubicBezTo>
                  <a:cubicBezTo>
                    <a:pt x="3373120" y="26670"/>
                    <a:pt x="3394710" y="34290"/>
                    <a:pt x="3417570" y="36830"/>
                  </a:cubicBezTo>
                  <a:cubicBezTo>
                    <a:pt x="3467100" y="43180"/>
                    <a:pt x="3517900" y="53340"/>
                    <a:pt x="3568700" y="53340"/>
                  </a:cubicBezTo>
                  <a:cubicBezTo>
                    <a:pt x="3663950" y="54610"/>
                    <a:pt x="3759200" y="58420"/>
                    <a:pt x="3853180" y="78740"/>
                  </a:cubicBezTo>
                  <a:cubicBezTo>
                    <a:pt x="3940809" y="97790"/>
                    <a:pt x="4030980" y="97790"/>
                    <a:pt x="4119880" y="113030"/>
                  </a:cubicBezTo>
                  <a:cubicBezTo>
                    <a:pt x="4173220" y="121920"/>
                    <a:pt x="4227830" y="138430"/>
                    <a:pt x="4273550" y="165100"/>
                  </a:cubicBezTo>
                  <a:cubicBezTo>
                    <a:pt x="4323080" y="193040"/>
                    <a:pt x="4361180" y="238760"/>
                    <a:pt x="4405630" y="276860"/>
                  </a:cubicBezTo>
                  <a:cubicBezTo>
                    <a:pt x="4422139" y="290830"/>
                    <a:pt x="4446270" y="300990"/>
                    <a:pt x="4457700" y="318770"/>
                  </a:cubicBezTo>
                  <a:cubicBezTo>
                    <a:pt x="4490720" y="367030"/>
                    <a:pt x="4519930" y="417830"/>
                    <a:pt x="4549140" y="468630"/>
                  </a:cubicBezTo>
                  <a:cubicBezTo>
                    <a:pt x="4570730" y="505460"/>
                    <a:pt x="4592320" y="543560"/>
                    <a:pt x="4608830" y="581660"/>
                  </a:cubicBezTo>
                  <a:cubicBezTo>
                    <a:pt x="4626610" y="626110"/>
                    <a:pt x="4640580" y="671830"/>
                    <a:pt x="4654550" y="718820"/>
                  </a:cubicBezTo>
                  <a:cubicBezTo>
                    <a:pt x="4676140" y="792480"/>
                    <a:pt x="4701540" y="866140"/>
                    <a:pt x="4715510" y="942340"/>
                  </a:cubicBezTo>
                  <a:cubicBezTo>
                    <a:pt x="4735830" y="1049020"/>
                    <a:pt x="4745990" y="1158240"/>
                    <a:pt x="4761230" y="1266190"/>
                  </a:cubicBezTo>
                  <a:cubicBezTo>
                    <a:pt x="4766310" y="1301750"/>
                    <a:pt x="4772660" y="1337310"/>
                    <a:pt x="4775200" y="1372870"/>
                  </a:cubicBezTo>
                  <a:cubicBezTo>
                    <a:pt x="4782820" y="1474470"/>
                    <a:pt x="4787900" y="1574800"/>
                    <a:pt x="4794250" y="1676400"/>
                  </a:cubicBezTo>
                  <a:cubicBezTo>
                    <a:pt x="4803140" y="1802130"/>
                    <a:pt x="4815840" y="1926590"/>
                    <a:pt x="4822190" y="2052320"/>
                  </a:cubicBezTo>
                  <a:cubicBezTo>
                    <a:pt x="4828540" y="2172970"/>
                    <a:pt x="4833620" y="2294890"/>
                    <a:pt x="4831080" y="2416810"/>
                  </a:cubicBezTo>
                  <a:cubicBezTo>
                    <a:pt x="4827270" y="2620010"/>
                    <a:pt x="4817110" y="2821940"/>
                    <a:pt x="4806950" y="3025140"/>
                  </a:cubicBezTo>
                  <a:cubicBezTo>
                    <a:pt x="4800600" y="3150870"/>
                    <a:pt x="4791710" y="3275330"/>
                    <a:pt x="4779010" y="3399790"/>
                  </a:cubicBezTo>
                  <a:cubicBezTo>
                    <a:pt x="4766310" y="3524250"/>
                    <a:pt x="4747260" y="3647440"/>
                    <a:pt x="4733290" y="3771900"/>
                  </a:cubicBezTo>
                  <a:cubicBezTo>
                    <a:pt x="4723130" y="3858260"/>
                    <a:pt x="4720590" y="3944620"/>
                    <a:pt x="4709160" y="4029710"/>
                  </a:cubicBezTo>
                  <a:cubicBezTo>
                    <a:pt x="4699000" y="4107180"/>
                    <a:pt x="4660900" y="4175760"/>
                    <a:pt x="4610100" y="4232910"/>
                  </a:cubicBezTo>
                  <a:cubicBezTo>
                    <a:pt x="4568191" y="4281170"/>
                    <a:pt x="4535170" y="4335780"/>
                    <a:pt x="4491991" y="4382770"/>
                  </a:cubicBezTo>
                  <a:cubicBezTo>
                    <a:pt x="4453891" y="4424679"/>
                    <a:pt x="4411981" y="4466590"/>
                    <a:pt x="4345941" y="4467860"/>
                  </a:cubicBezTo>
                  <a:cubicBezTo>
                    <a:pt x="4330700" y="4467860"/>
                    <a:pt x="4316731" y="4483100"/>
                    <a:pt x="4301491" y="4490720"/>
                  </a:cubicBezTo>
                  <a:cubicBezTo>
                    <a:pt x="4236720" y="4518660"/>
                    <a:pt x="4169411" y="4542790"/>
                    <a:pt x="4105911" y="4573270"/>
                  </a:cubicBezTo>
                  <a:cubicBezTo>
                    <a:pt x="3989070" y="4629150"/>
                    <a:pt x="3863341" y="4638040"/>
                    <a:pt x="3737611" y="4643120"/>
                  </a:cubicBezTo>
                  <a:cubicBezTo>
                    <a:pt x="3689351" y="4645660"/>
                    <a:pt x="3639820" y="4641850"/>
                    <a:pt x="3591561" y="4645660"/>
                  </a:cubicBezTo>
                  <a:cubicBezTo>
                    <a:pt x="3567431" y="4646930"/>
                    <a:pt x="3544570" y="4658360"/>
                    <a:pt x="3521711" y="4663440"/>
                  </a:cubicBezTo>
                  <a:cubicBezTo>
                    <a:pt x="3511551" y="4665980"/>
                    <a:pt x="3501391" y="4664710"/>
                    <a:pt x="3489961" y="4665980"/>
                  </a:cubicBezTo>
                  <a:cubicBezTo>
                    <a:pt x="3474720" y="4667250"/>
                    <a:pt x="3459481" y="4671060"/>
                    <a:pt x="3444241" y="4669790"/>
                  </a:cubicBezTo>
                  <a:cubicBezTo>
                    <a:pt x="3429000" y="4667250"/>
                    <a:pt x="3418841" y="4662170"/>
                    <a:pt x="3416300" y="4662170"/>
                  </a:cubicBezTo>
                  <a:close/>
                </a:path>
              </a:pathLst>
            </a:custGeom>
            <a:blipFill>
              <a:blip r:embed="rId6"/>
              <a:stretch>
                <a:fillRect t="-1211" b="-121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hought Bubble: Cloud 16">
            <a:extLst>
              <a:ext uri="{FF2B5EF4-FFF2-40B4-BE49-F238E27FC236}">
                <a16:creationId xmlns:a16="http://schemas.microsoft.com/office/drawing/2014/main" id="{AF988010-7C84-F517-76BB-DF8A1EF1CBA5}"/>
              </a:ext>
            </a:extLst>
          </p:cNvPr>
          <p:cNvSpPr/>
          <p:nvPr/>
        </p:nvSpPr>
        <p:spPr>
          <a:xfrm rot="19886579" flipH="1">
            <a:off x="9999903" y="-1391991"/>
            <a:ext cx="1170622" cy="622019"/>
          </a:xfrm>
          <a:prstGeom prst="cloudCallou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Roboto Flex" panose="02000000000000000000" pitchFamily="2" charset="0"/>
                <a:ea typeface="Roboto Flex" panose="02000000000000000000" pitchFamily="2" charset="0"/>
              </a:rPr>
              <a:t>Click to learn about me!</a:t>
            </a:r>
          </a:p>
        </p:txBody>
      </p:sp>
    </p:spTree>
    <p:extLst>
      <p:ext uri="{BB962C8B-B14F-4D97-AF65-F5344CB8AC3E}">
        <p14:creationId xmlns:p14="http://schemas.microsoft.com/office/powerpoint/2010/main" val="13500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B28B6-BB1B-78E8-6BC2-808894721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artoon characters on a green field&#10;&#10;AI-generated content may be incorrect.">
            <a:extLst>
              <a:ext uri="{FF2B5EF4-FFF2-40B4-BE49-F238E27FC236}">
                <a16:creationId xmlns:a16="http://schemas.microsoft.com/office/drawing/2014/main" id="{76BD4EDC-CD4B-29D4-B92A-47C094B13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" y="-1280160"/>
            <a:ext cx="12207240" cy="813816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F2AB505-F2FC-5868-4BF9-1D4097F3D0FD}"/>
              </a:ext>
            </a:extLst>
          </p:cNvPr>
          <p:cNvSpPr/>
          <p:nvPr/>
        </p:nvSpPr>
        <p:spPr>
          <a:xfrm>
            <a:off x="344405" y="3088075"/>
            <a:ext cx="3543301" cy="1068035"/>
          </a:xfrm>
          <a:prstGeom prst="roundRect">
            <a:avLst>
              <a:gd name="adj" fmla="val 50000"/>
            </a:avLst>
          </a:prstGeom>
          <a:solidFill>
            <a:srgbClr val="49BB92"/>
          </a:solidFill>
          <a:ln w="127000">
            <a:solidFill>
              <a:srgbClr val="33896A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hlinkClick r:id="" action="ppaction://noaction"/>
            <a:extLst>
              <a:ext uri="{FF2B5EF4-FFF2-40B4-BE49-F238E27FC236}">
                <a16:creationId xmlns:a16="http://schemas.microsoft.com/office/drawing/2014/main" id="{8FC98C30-2C68-6BE2-672A-739C98EFBC29}"/>
              </a:ext>
            </a:extLst>
          </p:cNvPr>
          <p:cNvSpPr/>
          <p:nvPr/>
        </p:nvSpPr>
        <p:spPr>
          <a:xfrm>
            <a:off x="268864" y="3035335"/>
            <a:ext cx="3543301" cy="1009615"/>
          </a:xfrm>
          <a:prstGeom prst="roundRect">
            <a:avLst>
              <a:gd name="adj" fmla="val 50000"/>
            </a:avLst>
          </a:prstGeom>
          <a:solidFill>
            <a:srgbClr val="49BB92"/>
          </a:solidFill>
          <a:ln w="127000">
            <a:solidFill>
              <a:srgbClr val="49BB9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hlinkClick r:id="" action="ppaction://noaction"/>
            <a:extLst>
              <a:ext uri="{FF2B5EF4-FFF2-40B4-BE49-F238E27FC236}">
                <a16:creationId xmlns:a16="http://schemas.microsoft.com/office/drawing/2014/main" id="{ACEC1AE8-A135-1787-00AE-82240AD568CD}"/>
              </a:ext>
            </a:extLst>
          </p:cNvPr>
          <p:cNvSpPr txBox="1"/>
          <p:nvPr/>
        </p:nvSpPr>
        <p:spPr>
          <a:xfrm flipH="1">
            <a:off x="594029" y="3202615"/>
            <a:ext cx="3040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herry Bomb One" panose="02000000000000000000" pitchFamily="2" charset="-128"/>
                <a:ea typeface="Cherry Bomb One" panose="02000000000000000000" pitchFamily="2" charset="-128"/>
                <a:cs typeface="Fredoka" pitchFamily="2" charset="-79"/>
              </a:rPr>
              <a:t>Lessons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F79532F-15A3-096D-C67D-5F0EDF3FF8C5}"/>
              </a:ext>
            </a:extLst>
          </p:cNvPr>
          <p:cNvSpPr/>
          <p:nvPr/>
        </p:nvSpPr>
        <p:spPr>
          <a:xfrm>
            <a:off x="4394761" y="3088075"/>
            <a:ext cx="3543301" cy="1126455"/>
          </a:xfrm>
          <a:prstGeom prst="roundRect">
            <a:avLst>
              <a:gd name="adj" fmla="val 50000"/>
            </a:avLst>
          </a:prstGeom>
          <a:solidFill>
            <a:srgbClr val="49BB92"/>
          </a:solidFill>
          <a:ln w="127000">
            <a:solidFill>
              <a:srgbClr val="006F96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hlinkClick r:id="" action="ppaction://noaction"/>
            <a:extLst>
              <a:ext uri="{FF2B5EF4-FFF2-40B4-BE49-F238E27FC236}">
                <a16:creationId xmlns:a16="http://schemas.microsoft.com/office/drawing/2014/main" id="{ECCBC911-58C8-CB68-D0D9-1AA001D34A25}"/>
              </a:ext>
            </a:extLst>
          </p:cNvPr>
          <p:cNvSpPr/>
          <p:nvPr/>
        </p:nvSpPr>
        <p:spPr>
          <a:xfrm>
            <a:off x="4319220" y="3035335"/>
            <a:ext cx="3543301" cy="106803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127000">
            <a:solidFill>
              <a:srgbClr val="00B0F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hlinkClick r:id="" action="ppaction://noaction"/>
            <a:extLst>
              <a:ext uri="{FF2B5EF4-FFF2-40B4-BE49-F238E27FC236}">
                <a16:creationId xmlns:a16="http://schemas.microsoft.com/office/drawing/2014/main" id="{701C27A8-6F85-B613-591E-4F9E03690D9B}"/>
              </a:ext>
            </a:extLst>
          </p:cNvPr>
          <p:cNvSpPr txBox="1"/>
          <p:nvPr/>
        </p:nvSpPr>
        <p:spPr>
          <a:xfrm flipH="1">
            <a:off x="4646220" y="3255355"/>
            <a:ext cx="3040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herry Bomb One" panose="02000000000000000000" pitchFamily="2" charset="-128"/>
                <a:ea typeface="Cherry Bomb One" panose="02000000000000000000" pitchFamily="2" charset="-128"/>
                <a:cs typeface="Fredoka" pitchFamily="2" charset="-79"/>
              </a:rPr>
              <a:t>Exercises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575E0CD-E7C7-E60B-D466-77761C09FE86}"/>
              </a:ext>
            </a:extLst>
          </p:cNvPr>
          <p:cNvSpPr/>
          <p:nvPr/>
        </p:nvSpPr>
        <p:spPr>
          <a:xfrm>
            <a:off x="8445118" y="3091455"/>
            <a:ext cx="3543301" cy="1064655"/>
          </a:xfrm>
          <a:prstGeom prst="roundRect">
            <a:avLst>
              <a:gd name="adj" fmla="val 50000"/>
            </a:avLst>
          </a:prstGeom>
          <a:solidFill>
            <a:srgbClr val="49BB92"/>
          </a:solidFill>
          <a:ln w="127000">
            <a:solidFill>
              <a:srgbClr val="692C9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: Rounded Corners 29">
            <a:hlinkClick r:id="" action="ppaction://noaction"/>
            <a:extLst>
              <a:ext uri="{FF2B5EF4-FFF2-40B4-BE49-F238E27FC236}">
                <a16:creationId xmlns:a16="http://schemas.microsoft.com/office/drawing/2014/main" id="{7C39083B-1749-EEB9-B834-A96AE1765A8E}"/>
              </a:ext>
            </a:extLst>
          </p:cNvPr>
          <p:cNvSpPr/>
          <p:nvPr/>
        </p:nvSpPr>
        <p:spPr>
          <a:xfrm>
            <a:off x="8369577" y="3038715"/>
            <a:ext cx="3543301" cy="1006235"/>
          </a:xfrm>
          <a:prstGeom prst="roundRect">
            <a:avLst>
              <a:gd name="adj" fmla="val 50000"/>
            </a:avLst>
          </a:prstGeom>
          <a:solidFill>
            <a:srgbClr val="9C5BD1"/>
          </a:solidFill>
          <a:ln w="127000">
            <a:solidFill>
              <a:srgbClr val="9C5BD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hlinkClick r:id="" action="ppaction://noaction"/>
            <a:extLst>
              <a:ext uri="{FF2B5EF4-FFF2-40B4-BE49-F238E27FC236}">
                <a16:creationId xmlns:a16="http://schemas.microsoft.com/office/drawing/2014/main" id="{C1A32CF4-D376-EFBE-BF39-220027F1B571}"/>
              </a:ext>
            </a:extLst>
          </p:cNvPr>
          <p:cNvSpPr txBox="1"/>
          <p:nvPr/>
        </p:nvSpPr>
        <p:spPr>
          <a:xfrm flipH="1">
            <a:off x="8696577" y="3276964"/>
            <a:ext cx="3040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herry Bomb One" panose="02000000000000000000" pitchFamily="2" charset="-128"/>
                <a:ea typeface="Cherry Bomb One" panose="02000000000000000000" pitchFamily="2" charset="-128"/>
                <a:cs typeface="Fredoka" pitchFamily="2" charset="-79"/>
              </a:rPr>
              <a:t>Videos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B1AD58-625A-E200-26FD-03B780166F00}"/>
              </a:ext>
            </a:extLst>
          </p:cNvPr>
          <p:cNvSpPr txBox="1"/>
          <p:nvPr/>
        </p:nvSpPr>
        <p:spPr>
          <a:xfrm>
            <a:off x="2873000" y="57775"/>
            <a:ext cx="64459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OhChewy" panose="02000503050000020003" pitchFamily="2" charset="0"/>
                <a:cs typeface="Fredoka" pitchFamily="2" charset="-79"/>
              </a:rPr>
              <a:t>Grade 5 English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D5272E-274B-E93C-F16C-40EE409A6EC2}"/>
              </a:ext>
            </a:extLst>
          </p:cNvPr>
          <p:cNvSpPr txBox="1"/>
          <p:nvPr/>
        </p:nvSpPr>
        <p:spPr>
          <a:xfrm>
            <a:off x="3260459" y="1281849"/>
            <a:ext cx="179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By </a:t>
            </a:r>
            <a:r>
              <a:rPr lang="en-US" dirty="0" err="1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Mr</a:t>
            </a:r>
            <a:r>
              <a:rPr lang="en-US" dirty="0">
                <a:solidFill>
                  <a:schemeClr val="bg1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 Stefano.</a:t>
            </a:r>
          </a:p>
        </p:txBody>
      </p:sp>
      <p:pic>
        <p:nvPicPr>
          <p:cNvPr id="11" name="Picture 10" descr="A logo of a book and crown&#10;&#10;AI-generated content may be incorrect.">
            <a:extLst>
              <a:ext uri="{FF2B5EF4-FFF2-40B4-BE49-F238E27FC236}">
                <a16:creationId xmlns:a16="http://schemas.microsoft.com/office/drawing/2014/main" id="{5A4C31FE-D9AF-9293-8A5C-4BCFF90451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" y="0"/>
            <a:ext cx="986594" cy="7181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0DBF25-5F87-9690-C6C7-2AC8DD5D67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7" y="0"/>
            <a:ext cx="718157" cy="71815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CBB838D-DDFC-992A-0ED3-61E2A9C3C70E}"/>
              </a:ext>
            </a:extLst>
          </p:cNvPr>
          <p:cNvGrpSpPr>
            <a:grpSpLocks noChangeAspect="1"/>
          </p:cNvGrpSpPr>
          <p:nvPr/>
        </p:nvGrpSpPr>
        <p:grpSpPr>
          <a:xfrm>
            <a:off x="11149875" y="225665"/>
            <a:ext cx="763003" cy="746163"/>
            <a:chOff x="0" y="-7620"/>
            <a:chExt cx="4833620" cy="4726940"/>
          </a:xfrm>
        </p:grpSpPr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955FE9C6-5C49-6833-E7D5-FA03C5785A37}"/>
                </a:ext>
              </a:extLst>
            </p:cNvPr>
            <p:cNvSpPr/>
            <p:nvPr/>
          </p:nvSpPr>
          <p:spPr>
            <a:xfrm>
              <a:off x="0" y="-7620"/>
              <a:ext cx="4833620" cy="4726940"/>
            </a:xfrm>
            <a:custGeom>
              <a:avLst/>
              <a:gdLst/>
              <a:ahLst/>
              <a:cxnLst/>
              <a:rect l="l" t="t" r="r" b="b"/>
              <a:pathLst>
                <a:path w="4833620" h="4726940">
                  <a:moveTo>
                    <a:pt x="3416300" y="4662170"/>
                  </a:moveTo>
                  <a:cubicBezTo>
                    <a:pt x="3388360" y="4669790"/>
                    <a:pt x="3366770" y="4679950"/>
                    <a:pt x="3345180" y="4682490"/>
                  </a:cubicBezTo>
                  <a:cubicBezTo>
                    <a:pt x="3223260" y="4692650"/>
                    <a:pt x="3102610" y="4702810"/>
                    <a:pt x="2980690" y="4711700"/>
                  </a:cubicBezTo>
                  <a:cubicBezTo>
                    <a:pt x="2918460" y="4715510"/>
                    <a:pt x="2856230" y="4719320"/>
                    <a:pt x="2794000" y="4720590"/>
                  </a:cubicBezTo>
                  <a:cubicBezTo>
                    <a:pt x="2726690" y="4723130"/>
                    <a:pt x="2659380" y="4726940"/>
                    <a:pt x="2593340" y="4724400"/>
                  </a:cubicBezTo>
                  <a:cubicBezTo>
                    <a:pt x="2529840" y="4723130"/>
                    <a:pt x="2466340" y="4719320"/>
                    <a:pt x="2405380" y="4707890"/>
                  </a:cubicBezTo>
                  <a:cubicBezTo>
                    <a:pt x="2326640" y="4693920"/>
                    <a:pt x="2246630" y="4693920"/>
                    <a:pt x="2169160" y="4681220"/>
                  </a:cubicBezTo>
                  <a:cubicBezTo>
                    <a:pt x="1967230" y="4648200"/>
                    <a:pt x="1761490" y="4657090"/>
                    <a:pt x="1558290" y="4643120"/>
                  </a:cubicBezTo>
                  <a:cubicBezTo>
                    <a:pt x="1443990" y="4635500"/>
                    <a:pt x="1329690" y="4617720"/>
                    <a:pt x="1215390" y="4602480"/>
                  </a:cubicBezTo>
                  <a:cubicBezTo>
                    <a:pt x="1085850" y="4585970"/>
                    <a:pt x="956310" y="4566920"/>
                    <a:pt x="825500" y="4549140"/>
                  </a:cubicBezTo>
                  <a:cubicBezTo>
                    <a:pt x="730250" y="4536440"/>
                    <a:pt x="633730" y="4523740"/>
                    <a:pt x="538480" y="4511040"/>
                  </a:cubicBezTo>
                  <a:cubicBezTo>
                    <a:pt x="535940" y="4511040"/>
                    <a:pt x="533400" y="4509770"/>
                    <a:pt x="530860" y="4509770"/>
                  </a:cubicBezTo>
                  <a:cubicBezTo>
                    <a:pt x="450850" y="4475479"/>
                    <a:pt x="365760" y="4448810"/>
                    <a:pt x="292100" y="4404360"/>
                  </a:cubicBezTo>
                  <a:cubicBezTo>
                    <a:pt x="167640" y="4328160"/>
                    <a:pt x="114300" y="4206240"/>
                    <a:pt x="109220" y="4062730"/>
                  </a:cubicBezTo>
                  <a:cubicBezTo>
                    <a:pt x="107950" y="4013200"/>
                    <a:pt x="101600" y="3964940"/>
                    <a:pt x="101600" y="3915410"/>
                  </a:cubicBezTo>
                  <a:cubicBezTo>
                    <a:pt x="102870" y="3846830"/>
                    <a:pt x="107950" y="3779520"/>
                    <a:pt x="111760" y="3712210"/>
                  </a:cubicBezTo>
                  <a:cubicBezTo>
                    <a:pt x="121920" y="3511550"/>
                    <a:pt x="127000" y="3310890"/>
                    <a:pt x="111760" y="3110230"/>
                  </a:cubicBezTo>
                  <a:cubicBezTo>
                    <a:pt x="97790" y="2929890"/>
                    <a:pt x="85090" y="2750820"/>
                    <a:pt x="71120" y="2570480"/>
                  </a:cubicBezTo>
                  <a:cubicBezTo>
                    <a:pt x="62230" y="2454910"/>
                    <a:pt x="50800" y="2340610"/>
                    <a:pt x="43180" y="2225040"/>
                  </a:cubicBezTo>
                  <a:cubicBezTo>
                    <a:pt x="38100" y="2148840"/>
                    <a:pt x="39370" y="2071370"/>
                    <a:pt x="34290" y="1995170"/>
                  </a:cubicBezTo>
                  <a:cubicBezTo>
                    <a:pt x="31750" y="1951990"/>
                    <a:pt x="17780" y="1910080"/>
                    <a:pt x="16510" y="1866900"/>
                  </a:cubicBezTo>
                  <a:cubicBezTo>
                    <a:pt x="11430" y="1762760"/>
                    <a:pt x="10160" y="1657350"/>
                    <a:pt x="7620" y="1551940"/>
                  </a:cubicBezTo>
                  <a:cubicBezTo>
                    <a:pt x="6350" y="1511300"/>
                    <a:pt x="0" y="1470660"/>
                    <a:pt x="1270" y="1430020"/>
                  </a:cubicBezTo>
                  <a:cubicBezTo>
                    <a:pt x="2540" y="1366520"/>
                    <a:pt x="10160" y="1303020"/>
                    <a:pt x="11430" y="1239520"/>
                  </a:cubicBezTo>
                  <a:cubicBezTo>
                    <a:pt x="12700" y="1165860"/>
                    <a:pt x="5080" y="1092200"/>
                    <a:pt x="7620" y="1019810"/>
                  </a:cubicBezTo>
                  <a:cubicBezTo>
                    <a:pt x="7620" y="949960"/>
                    <a:pt x="16510" y="881380"/>
                    <a:pt x="25400" y="811530"/>
                  </a:cubicBezTo>
                  <a:cubicBezTo>
                    <a:pt x="27940" y="787400"/>
                    <a:pt x="45720" y="765810"/>
                    <a:pt x="50800" y="741680"/>
                  </a:cubicBezTo>
                  <a:cubicBezTo>
                    <a:pt x="72390" y="622300"/>
                    <a:pt x="95250" y="502920"/>
                    <a:pt x="151130" y="392430"/>
                  </a:cubicBezTo>
                  <a:cubicBezTo>
                    <a:pt x="163830" y="368300"/>
                    <a:pt x="184150" y="346710"/>
                    <a:pt x="203200" y="327660"/>
                  </a:cubicBezTo>
                  <a:cubicBezTo>
                    <a:pt x="209550" y="321310"/>
                    <a:pt x="224790" y="325120"/>
                    <a:pt x="228600" y="325120"/>
                  </a:cubicBezTo>
                  <a:cubicBezTo>
                    <a:pt x="237490" y="308610"/>
                    <a:pt x="242570" y="292100"/>
                    <a:pt x="252730" y="284480"/>
                  </a:cubicBezTo>
                  <a:cubicBezTo>
                    <a:pt x="307340" y="242570"/>
                    <a:pt x="364490" y="212090"/>
                    <a:pt x="435610" y="204470"/>
                  </a:cubicBezTo>
                  <a:cubicBezTo>
                    <a:pt x="488950" y="198120"/>
                    <a:pt x="541020" y="175260"/>
                    <a:pt x="594360" y="162560"/>
                  </a:cubicBezTo>
                  <a:cubicBezTo>
                    <a:pt x="659130" y="147320"/>
                    <a:pt x="723900" y="129540"/>
                    <a:pt x="791210" y="120650"/>
                  </a:cubicBezTo>
                  <a:cubicBezTo>
                    <a:pt x="852170" y="113030"/>
                    <a:pt x="910590" y="96520"/>
                    <a:pt x="972820" y="91440"/>
                  </a:cubicBezTo>
                  <a:cubicBezTo>
                    <a:pt x="1036320" y="86360"/>
                    <a:pt x="1099820" y="71120"/>
                    <a:pt x="1164590" y="66040"/>
                  </a:cubicBezTo>
                  <a:cubicBezTo>
                    <a:pt x="1339850" y="53340"/>
                    <a:pt x="1516380" y="44450"/>
                    <a:pt x="1691640" y="34290"/>
                  </a:cubicBezTo>
                  <a:cubicBezTo>
                    <a:pt x="1734820" y="31750"/>
                    <a:pt x="1778000" y="34290"/>
                    <a:pt x="1821180" y="35560"/>
                  </a:cubicBezTo>
                  <a:cubicBezTo>
                    <a:pt x="1842770" y="36830"/>
                    <a:pt x="1864360" y="41910"/>
                    <a:pt x="1887220" y="44450"/>
                  </a:cubicBezTo>
                  <a:cubicBezTo>
                    <a:pt x="1897380" y="45720"/>
                    <a:pt x="1907540" y="41910"/>
                    <a:pt x="1917700" y="41910"/>
                  </a:cubicBezTo>
                  <a:cubicBezTo>
                    <a:pt x="1948180" y="41910"/>
                    <a:pt x="1979930" y="41910"/>
                    <a:pt x="2010410" y="40640"/>
                  </a:cubicBezTo>
                  <a:cubicBezTo>
                    <a:pt x="2068830" y="38100"/>
                    <a:pt x="2128520" y="31750"/>
                    <a:pt x="2186940" y="31750"/>
                  </a:cubicBezTo>
                  <a:cubicBezTo>
                    <a:pt x="2244090" y="31750"/>
                    <a:pt x="2301240" y="35560"/>
                    <a:pt x="2358390" y="38100"/>
                  </a:cubicBezTo>
                  <a:lnTo>
                    <a:pt x="2404110" y="38100"/>
                  </a:lnTo>
                  <a:cubicBezTo>
                    <a:pt x="2473960" y="35560"/>
                    <a:pt x="2542540" y="35560"/>
                    <a:pt x="2612390" y="31750"/>
                  </a:cubicBezTo>
                  <a:cubicBezTo>
                    <a:pt x="2679700" y="27940"/>
                    <a:pt x="2745740" y="19050"/>
                    <a:pt x="2813050" y="15240"/>
                  </a:cubicBezTo>
                  <a:cubicBezTo>
                    <a:pt x="2844800" y="12700"/>
                    <a:pt x="2877820" y="12700"/>
                    <a:pt x="2909570" y="19050"/>
                  </a:cubicBezTo>
                  <a:cubicBezTo>
                    <a:pt x="2957830" y="27940"/>
                    <a:pt x="3003550" y="33020"/>
                    <a:pt x="3051810" y="19050"/>
                  </a:cubicBezTo>
                  <a:cubicBezTo>
                    <a:pt x="3069590" y="13970"/>
                    <a:pt x="3092450" y="22860"/>
                    <a:pt x="3112770" y="25400"/>
                  </a:cubicBezTo>
                  <a:cubicBezTo>
                    <a:pt x="3121660" y="26670"/>
                    <a:pt x="3131820" y="29210"/>
                    <a:pt x="3136900" y="25400"/>
                  </a:cubicBezTo>
                  <a:cubicBezTo>
                    <a:pt x="3171190" y="0"/>
                    <a:pt x="3202940" y="6350"/>
                    <a:pt x="3235960" y="27940"/>
                  </a:cubicBezTo>
                  <a:cubicBezTo>
                    <a:pt x="3239770" y="30480"/>
                    <a:pt x="3249930" y="24130"/>
                    <a:pt x="3257550" y="24130"/>
                  </a:cubicBezTo>
                  <a:cubicBezTo>
                    <a:pt x="3288030" y="24130"/>
                    <a:pt x="3318510" y="24130"/>
                    <a:pt x="3350260" y="25400"/>
                  </a:cubicBezTo>
                  <a:cubicBezTo>
                    <a:pt x="3373120" y="26670"/>
                    <a:pt x="3394710" y="34290"/>
                    <a:pt x="3417570" y="36830"/>
                  </a:cubicBezTo>
                  <a:cubicBezTo>
                    <a:pt x="3467100" y="43180"/>
                    <a:pt x="3517900" y="53340"/>
                    <a:pt x="3568700" y="53340"/>
                  </a:cubicBezTo>
                  <a:cubicBezTo>
                    <a:pt x="3663950" y="54610"/>
                    <a:pt x="3759200" y="58420"/>
                    <a:pt x="3853180" y="78740"/>
                  </a:cubicBezTo>
                  <a:cubicBezTo>
                    <a:pt x="3940809" y="97790"/>
                    <a:pt x="4030980" y="97790"/>
                    <a:pt x="4119880" y="113030"/>
                  </a:cubicBezTo>
                  <a:cubicBezTo>
                    <a:pt x="4173220" y="121920"/>
                    <a:pt x="4227830" y="138430"/>
                    <a:pt x="4273550" y="165100"/>
                  </a:cubicBezTo>
                  <a:cubicBezTo>
                    <a:pt x="4323080" y="193040"/>
                    <a:pt x="4361180" y="238760"/>
                    <a:pt x="4405630" y="276860"/>
                  </a:cubicBezTo>
                  <a:cubicBezTo>
                    <a:pt x="4422139" y="290830"/>
                    <a:pt x="4446270" y="300990"/>
                    <a:pt x="4457700" y="318770"/>
                  </a:cubicBezTo>
                  <a:cubicBezTo>
                    <a:pt x="4490720" y="367030"/>
                    <a:pt x="4519930" y="417830"/>
                    <a:pt x="4549140" y="468630"/>
                  </a:cubicBezTo>
                  <a:cubicBezTo>
                    <a:pt x="4570730" y="505460"/>
                    <a:pt x="4592320" y="543560"/>
                    <a:pt x="4608830" y="581660"/>
                  </a:cubicBezTo>
                  <a:cubicBezTo>
                    <a:pt x="4626610" y="626110"/>
                    <a:pt x="4640580" y="671830"/>
                    <a:pt x="4654550" y="718820"/>
                  </a:cubicBezTo>
                  <a:cubicBezTo>
                    <a:pt x="4676140" y="792480"/>
                    <a:pt x="4701540" y="866140"/>
                    <a:pt x="4715510" y="942340"/>
                  </a:cubicBezTo>
                  <a:cubicBezTo>
                    <a:pt x="4735830" y="1049020"/>
                    <a:pt x="4745990" y="1158240"/>
                    <a:pt x="4761230" y="1266190"/>
                  </a:cubicBezTo>
                  <a:cubicBezTo>
                    <a:pt x="4766310" y="1301750"/>
                    <a:pt x="4772660" y="1337310"/>
                    <a:pt x="4775200" y="1372870"/>
                  </a:cubicBezTo>
                  <a:cubicBezTo>
                    <a:pt x="4782820" y="1474470"/>
                    <a:pt x="4787900" y="1574800"/>
                    <a:pt x="4794250" y="1676400"/>
                  </a:cubicBezTo>
                  <a:cubicBezTo>
                    <a:pt x="4803140" y="1802130"/>
                    <a:pt x="4815840" y="1926590"/>
                    <a:pt x="4822190" y="2052320"/>
                  </a:cubicBezTo>
                  <a:cubicBezTo>
                    <a:pt x="4828540" y="2172970"/>
                    <a:pt x="4833620" y="2294890"/>
                    <a:pt x="4831080" y="2416810"/>
                  </a:cubicBezTo>
                  <a:cubicBezTo>
                    <a:pt x="4827270" y="2620010"/>
                    <a:pt x="4817110" y="2821940"/>
                    <a:pt x="4806950" y="3025140"/>
                  </a:cubicBezTo>
                  <a:cubicBezTo>
                    <a:pt x="4800600" y="3150870"/>
                    <a:pt x="4791710" y="3275330"/>
                    <a:pt x="4779010" y="3399790"/>
                  </a:cubicBezTo>
                  <a:cubicBezTo>
                    <a:pt x="4766310" y="3524250"/>
                    <a:pt x="4747260" y="3647440"/>
                    <a:pt x="4733290" y="3771900"/>
                  </a:cubicBezTo>
                  <a:cubicBezTo>
                    <a:pt x="4723130" y="3858260"/>
                    <a:pt x="4720590" y="3944620"/>
                    <a:pt x="4709160" y="4029710"/>
                  </a:cubicBezTo>
                  <a:cubicBezTo>
                    <a:pt x="4699000" y="4107180"/>
                    <a:pt x="4660900" y="4175760"/>
                    <a:pt x="4610100" y="4232910"/>
                  </a:cubicBezTo>
                  <a:cubicBezTo>
                    <a:pt x="4568191" y="4281170"/>
                    <a:pt x="4535170" y="4335780"/>
                    <a:pt x="4491991" y="4382770"/>
                  </a:cubicBezTo>
                  <a:cubicBezTo>
                    <a:pt x="4453891" y="4424679"/>
                    <a:pt x="4411981" y="4466590"/>
                    <a:pt x="4345941" y="4467860"/>
                  </a:cubicBezTo>
                  <a:cubicBezTo>
                    <a:pt x="4330700" y="4467860"/>
                    <a:pt x="4316731" y="4483100"/>
                    <a:pt x="4301491" y="4490720"/>
                  </a:cubicBezTo>
                  <a:cubicBezTo>
                    <a:pt x="4236720" y="4518660"/>
                    <a:pt x="4169411" y="4542790"/>
                    <a:pt x="4105911" y="4573270"/>
                  </a:cubicBezTo>
                  <a:cubicBezTo>
                    <a:pt x="3989070" y="4629150"/>
                    <a:pt x="3863341" y="4638040"/>
                    <a:pt x="3737611" y="4643120"/>
                  </a:cubicBezTo>
                  <a:cubicBezTo>
                    <a:pt x="3689351" y="4645660"/>
                    <a:pt x="3639820" y="4641850"/>
                    <a:pt x="3591561" y="4645660"/>
                  </a:cubicBezTo>
                  <a:cubicBezTo>
                    <a:pt x="3567431" y="4646930"/>
                    <a:pt x="3544570" y="4658360"/>
                    <a:pt x="3521711" y="4663440"/>
                  </a:cubicBezTo>
                  <a:cubicBezTo>
                    <a:pt x="3511551" y="4665980"/>
                    <a:pt x="3501391" y="4664710"/>
                    <a:pt x="3489961" y="4665980"/>
                  </a:cubicBezTo>
                  <a:cubicBezTo>
                    <a:pt x="3474720" y="4667250"/>
                    <a:pt x="3459481" y="4671060"/>
                    <a:pt x="3444241" y="4669790"/>
                  </a:cubicBezTo>
                  <a:cubicBezTo>
                    <a:pt x="3429000" y="4667250"/>
                    <a:pt x="3418841" y="4662170"/>
                    <a:pt x="3416300" y="4662170"/>
                  </a:cubicBezTo>
                  <a:close/>
                </a:path>
              </a:pathLst>
            </a:custGeom>
            <a:blipFill>
              <a:blip r:embed="rId5"/>
              <a:stretch>
                <a:fillRect t="-1211" b="-121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hought Bubble: Cloud 14">
            <a:extLst>
              <a:ext uri="{FF2B5EF4-FFF2-40B4-BE49-F238E27FC236}">
                <a16:creationId xmlns:a16="http://schemas.microsoft.com/office/drawing/2014/main" id="{50D09DE9-27B0-E0B1-5A8E-EF1094ECA423}"/>
              </a:ext>
            </a:extLst>
          </p:cNvPr>
          <p:cNvSpPr/>
          <p:nvPr/>
        </p:nvSpPr>
        <p:spPr>
          <a:xfrm rot="19886579" flipH="1">
            <a:off x="9999903" y="227259"/>
            <a:ext cx="1170622" cy="622019"/>
          </a:xfrm>
          <a:prstGeom prst="cloudCallou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Roboto Flex" panose="02000000000000000000" pitchFamily="2" charset="0"/>
                <a:ea typeface="Roboto Flex" panose="02000000000000000000" pitchFamily="2" charset="0"/>
              </a:rPr>
              <a:t>Click to learn about me!</a:t>
            </a:r>
          </a:p>
        </p:txBody>
      </p:sp>
    </p:spTree>
    <p:extLst>
      <p:ext uri="{BB962C8B-B14F-4D97-AF65-F5344CB8AC3E}">
        <p14:creationId xmlns:p14="http://schemas.microsoft.com/office/powerpoint/2010/main" val="1369390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2502-865B-2EAF-8814-8D2275EB8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artoon characters on a green field&#10;&#10;AI-generated content may be incorrect.">
            <a:extLst>
              <a:ext uri="{FF2B5EF4-FFF2-40B4-BE49-F238E27FC236}">
                <a16:creationId xmlns:a16="http://schemas.microsoft.com/office/drawing/2014/main" id="{43DE4E64-C689-9CC1-303D-24777BEB3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" y="-1280160"/>
            <a:ext cx="12207240" cy="813816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7C2B57-758C-8065-8D39-C53977718211}"/>
              </a:ext>
            </a:extLst>
          </p:cNvPr>
          <p:cNvSpPr/>
          <p:nvPr/>
        </p:nvSpPr>
        <p:spPr>
          <a:xfrm>
            <a:off x="5059349" y="-3645988"/>
            <a:ext cx="2058061" cy="5840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4000">
                <a:srgbClr val="7BE753"/>
              </a:gs>
              <a:gs pos="100000">
                <a:srgbClr val="279415"/>
              </a:gs>
            </a:gsLst>
            <a:lin ang="2700000" scaled="1"/>
            <a:tileRect/>
          </a:gradFill>
          <a:ln>
            <a:solidFill>
              <a:srgbClr val="2794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Fredoka" pitchFamily="2" charset="-79"/>
                <a:cs typeface="Fredoka" pitchFamily="2" charset="-79"/>
              </a:rPr>
              <a:t>Start</a:t>
            </a:r>
            <a:endParaRPr lang="en-US" sz="3200" b="1" dirty="0">
              <a:latin typeface="Fredoka" pitchFamily="2" charset="-79"/>
              <a:cs typeface="Fredoka" pitchFamily="2" charset="-79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D413A4F-07C0-C4F6-B542-AADCEB7B8A66}"/>
              </a:ext>
            </a:extLst>
          </p:cNvPr>
          <p:cNvSpPr/>
          <p:nvPr/>
        </p:nvSpPr>
        <p:spPr>
          <a:xfrm>
            <a:off x="344405" y="1583125"/>
            <a:ext cx="3543301" cy="4708490"/>
          </a:xfrm>
          <a:prstGeom prst="roundRect">
            <a:avLst/>
          </a:prstGeom>
          <a:solidFill>
            <a:srgbClr val="49BB92"/>
          </a:solidFill>
          <a:ln w="127000">
            <a:solidFill>
              <a:srgbClr val="33896A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868EBFC-A4DA-9F8D-C654-4139D8F3A7D6}"/>
              </a:ext>
            </a:extLst>
          </p:cNvPr>
          <p:cNvSpPr/>
          <p:nvPr/>
        </p:nvSpPr>
        <p:spPr>
          <a:xfrm>
            <a:off x="268864" y="1530385"/>
            <a:ext cx="3543301" cy="4708490"/>
          </a:xfrm>
          <a:prstGeom prst="roundRect">
            <a:avLst/>
          </a:prstGeom>
          <a:solidFill>
            <a:srgbClr val="49BB92"/>
          </a:solidFill>
          <a:ln w="127000">
            <a:solidFill>
              <a:srgbClr val="49BB9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4A3AE2-EFB3-58A0-511D-206C4686C377}"/>
              </a:ext>
            </a:extLst>
          </p:cNvPr>
          <p:cNvSpPr/>
          <p:nvPr/>
        </p:nvSpPr>
        <p:spPr>
          <a:xfrm>
            <a:off x="268864" y="2220640"/>
            <a:ext cx="3543301" cy="3752877"/>
          </a:xfrm>
          <a:prstGeom prst="roundRect">
            <a:avLst/>
          </a:prstGeom>
          <a:solidFill>
            <a:srgbClr val="F4F1EC"/>
          </a:solidFill>
          <a:ln w="127000">
            <a:solidFill>
              <a:srgbClr val="49BB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5A05BE-EB58-B557-F465-0607D1093037}"/>
              </a:ext>
            </a:extLst>
          </p:cNvPr>
          <p:cNvSpPr txBox="1"/>
          <p:nvPr/>
        </p:nvSpPr>
        <p:spPr>
          <a:xfrm flipH="1">
            <a:off x="525453" y="1583125"/>
            <a:ext cx="3040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herry Bomb One" panose="02000000000000000000" pitchFamily="2" charset="-128"/>
                <a:ea typeface="Cherry Bomb One" panose="02000000000000000000" pitchFamily="2" charset="-128"/>
                <a:cs typeface="Fredoka" pitchFamily="2" charset="-79"/>
              </a:rPr>
              <a:t>Lessons</a:t>
            </a:r>
          </a:p>
        </p:txBody>
      </p:sp>
      <p:sp>
        <p:nvSpPr>
          <p:cNvPr id="6" name="Rectangle: Rounded Corners 5">
            <a:hlinkClick r:id="rId3" action="ppaction://hlinkpres?slideindex=1&amp;slidetitle=Regular and irregular verbs"/>
            <a:extLst>
              <a:ext uri="{FF2B5EF4-FFF2-40B4-BE49-F238E27FC236}">
                <a16:creationId xmlns:a16="http://schemas.microsoft.com/office/drawing/2014/main" id="{FBEB9FF4-F7EC-CD6C-459B-FF053C74BC4E}"/>
              </a:ext>
            </a:extLst>
          </p:cNvPr>
          <p:cNvSpPr/>
          <p:nvPr/>
        </p:nvSpPr>
        <p:spPr>
          <a:xfrm>
            <a:off x="520323" y="2534639"/>
            <a:ext cx="3040381" cy="342900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Irish Grover" panose="02000000000000000000" pitchFamily="2" charset="0"/>
                <a:cs typeface="Fredoka" pitchFamily="2" charset="-79"/>
              </a:rPr>
              <a:t>Regular and Irregular Verbs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C16F61F-AB08-787B-52B4-FFEE818E0D14}"/>
              </a:ext>
            </a:extLst>
          </p:cNvPr>
          <p:cNvSpPr/>
          <p:nvPr/>
        </p:nvSpPr>
        <p:spPr>
          <a:xfrm>
            <a:off x="520323" y="3020088"/>
            <a:ext cx="3040381" cy="342900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Irish Grover" panose="02000000000000000000" pitchFamily="2" charset="0"/>
                <a:cs typeface="Fredoka" pitchFamily="2" charset="-79"/>
              </a:rPr>
              <a:t>Simple Past Tense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C489F7-7D11-A4D6-FBF0-EE84CC755AB9}"/>
              </a:ext>
            </a:extLst>
          </p:cNvPr>
          <p:cNvSpPr/>
          <p:nvPr/>
        </p:nvSpPr>
        <p:spPr>
          <a:xfrm>
            <a:off x="520322" y="3506352"/>
            <a:ext cx="3040381" cy="342900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Irish Grover" panose="02000000000000000000" pitchFamily="2" charset="0"/>
                <a:cs typeface="Fredoka" pitchFamily="2" charset="-79"/>
              </a:rPr>
              <a:t>Modal Verbs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32573A1-CF49-71B3-542C-E899F8019692}"/>
              </a:ext>
            </a:extLst>
          </p:cNvPr>
          <p:cNvSpPr/>
          <p:nvPr/>
        </p:nvSpPr>
        <p:spPr>
          <a:xfrm>
            <a:off x="520321" y="3991801"/>
            <a:ext cx="3040381" cy="342900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Irish Grover" panose="02000000000000000000" pitchFamily="2" charset="0"/>
                <a:cs typeface="Fredoka" pitchFamily="2" charset="-79"/>
              </a:rPr>
              <a:t>Making Comparisons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AD70495-1AFC-13EF-23E3-58AF73B394BF}"/>
              </a:ext>
            </a:extLst>
          </p:cNvPr>
          <p:cNvSpPr/>
          <p:nvPr/>
        </p:nvSpPr>
        <p:spPr>
          <a:xfrm>
            <a:off x="520320" y="4477250"/>
            <a:ext cx="3040381" cy="342900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Irish Grover" panose="02000000000000000000" pitchFamily="2" charset="0"/>
                <a:cs typeface="Fredoka" pitchFamily="2" charset="-79"/>
              </a:rPr>
              <a:t>Frequency Adverbs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CCB0179-2B55-8003-21FF-5023149BCD55}"/>
              </a:ext>
            </a:extLst>
          </p:cNvPr>
          <p:cNvSpPr/>
          <p:nvPr/>
        </p:nvSpPr>
        <p:spPr>
          <a:xfrm>
            <a:off x="520320" y="4939659"/>
            <a:ext cx="3040381" cy="342900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Irish Grover" panose="02000000000000000000" pitchFamily="2" charset="0"/>
                <a:cs typeface="Fredoka" pitchFamily="2" charset="-79"/>
              </a:rPr>
              <a:t>Simple Present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E1F4E5-03AA-AB0A-2359-7CBC713B8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166" y="1419225"/>
            <a:ext cx="459668" cy="45966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1447AE7-5AC1-9C14-861B-3D516C280B75}"/>
              </a:ext>
            </a:extLst>
          </p:cNvPr>
          <p:cNvSpPr/>
          <p:nvPr/>
        </p:nvSpPr>
        <p:spPr>
          <a:xfrm>
            <a:off x="520319" y="5402068"/>
            <a:ext cx="3040381" cy="342900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Irish Grover" panose="02000000000000000000" pitchFamily="2" charset="0"/>
                <a:cs typeface="Fredoka" pitchFamily="2" charset="-79"/>
              </a:rPr>
              <a:t>Have got / has got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427DED0-BA63-D6D9-F116-34F278E91C47}"/>
              </a:ext>
            </a:extLst>
          </p:cNvPr>
          <p:cNvSpPr/>
          <p:nvPr/>
        </p:nvSpPr>
        <p:spPr>
          <a:xfrm>
            <a:off x="4394761" y="1583124"/>
            <a:ext cx="3543301" cy="4997415"/>
          </a:xfrm>
          <a:prstGeom prst="roundRect">
            <a:avLst/>
          </a:prstGeom>
          <a:solidFill>
            <a:srgbClr val="49BB92"/>
          </a:solidFill>
          <a:ln w="127000">
            <a:solidFill>
              <a:srgbClr val="006F96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E23BF00-28DF-6925-D5D6-A71CAC5AA939}"/>
              </a:ext>
            </a:extLst>
          </p:cNvPr>
          <p:cNvSpPr/>
          <p:nvPr/>
        </p:nvSpPr>
        <p:spPr>
          <a:xfrm>
            <a:off x="4319220" y="1530384"/>
            <a:ext cx="3543301" cy="4997415"/>
          </a:xfrm>
          <a:prstGeom prst="roundRect">
            <a:avLst/>
          </a:prstGeom>
          <a:solidFill>
            <a:srgbClr val="00B0F0"/>
          </a:solidFill>
          <a:ln w="127000">
            <a:solidFill>
              <a:srgbClr val="00B0F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C9D0E13-8BA0-C870-569B-85C5F0E7A512}"/>
              </a:ext>
            </a:extLst>
          </p:cNvPr>
          <p:cNvSpPr/>
          <p:nvPr/>
        </p:nvSpPr>
        <p:spPr>
          <a:xfrm>
            <a:off x="4319220" y="2220640"/>
            <a:ext cx="3543301" cy="4307159"/>
          </a:xfrm>
          <a:prstGeom prst="roundRect">
            <a:avLst/>
          </a:prstGeom>
          <a:solidFill>
            <a:srgbClr val="F4F1EC"/>
          </a:solidFill>
          <a:ln w="1270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1E9ED5-003A-74DB-7168-AB8BF91659DF}"/>
              </a:ext>
            </a:extLst>
          </p:cNvPr>
          <p:cNvSpPr txBox="1"/>
          <p:nvPr/>
        </p:nvSpPr>
        <p:spPr>
          <a:xfrm flipH="1">
            <a:off x="4575809" y="1583125"/>
            <a:ext cx="3040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herry Bomb One" panose="02000000000000000000" pitchFamily="2" charset="-128"/>
                <a:ea typeface="Cherry Bomb One" panose="02000000000000000000" pitchFamily="2" charset="-128"/>
                <a:cs typeface="Fredoka" pitchFamily="2" charset="-79"/>
              </a:rPr>
              <a:t>Exercises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9F732E4-0821-1EA4-8E3A-B26011243816}"/>
              </a:ext>
            </a:extLst>
          </p:cNvPr>
          <p:cNvSpPr/>
          <p:nvPr/>
        </p:nvSpPr>
        <p:spPr>
          <a:xfrm>
            <a:off x="4968743" y="2745328"/>
            <a:ext cx="2378761" cy="270777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Irish Grover" panose="02000000000000000000" pitchFamily="2" charset="0"/>
                <a:cs typeface="Fredoka" pitchFamily="2" charset="-79"/>
              </a:rPr>
              <a:t>Frequency Adverbs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ACC950D-E8F5-6527-A771-9741FCE7D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522" y="1419225"/>
            <a:ext cx="459668" cy="459668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DC4CAC1-3914-6F4D-8D53-7ACC222EC532}"/>
              </a:ext>
            </a:extLst>
          </p:cNvPr>
          <p:cNvSpPr/>
          <p:nvPr/>
        </p:nvSpPr>
        <p:spPr>
          <a:xfrm>
            <a:off x="8445118" y="1586505"/>
            <a:ext cx="3543301" cy="4390392"/>
          </a:xfrm>
          <a:prstGeom prst="roundRect">
            <a:avLst/>
          </a:prstGeom>
          <a:solidFill>
            <a:srgbClr val="49BB92"/>
          </a:solidFill>
          <a:ln w="127000">
            <a:solidFill>
              <a:srgbClr val="692C9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0606BFE-5A95-6C12-FA91-398AE0535E6B}"/>
              </a:ext>
            </a:extLst>
          </p:cNvPr>
          <p:cNvSpPr/>
          <p:nvPr/>
        </p:nvSpPr>
        <p:spPr>
          <a:xfrm>
            <a:off x="8369577" y="1533765"/>
            <a:ext cx="3543301" cy="4390392"/>
          </a:xfrm>
          <a:prstGeom prst="roundRect">
            <a:avLst/>
          </a:prstGeom>
          <a:solidFill>
            <a:srgbClr val="9C5BD1"/>
          </a:solidFill>
          <a:ln w="127000">
            <a:solidFill>
              <a:srgbClr val="9C5BD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2879F7C-9F36-3F08-B91E-4125137B7989}"/>
              </a:ext>
            </a:extLst>
          </p:cNvPr>
          <p:cNvSpPr/>
          <p:nvPr/>
        </p:nvSpPr>
        <p:spPr>
          <a:xfrm>
            <a:off x="8369577" y="2224020"/>
            <a:ext cx="3543301" cy="3428675"/>
          </a:xfrm>
          <a:prstGeom prst="roundRect">
            <a:avLst/>
          </a:prstGeom>
          <a:solidFill>
            <a:srgbClr val="F4F1EC"/>
          </a:solidFill>
          <a:ln w="127000">
            <a:solidFill>
              <a:srgbClr val="9C5B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1CE57B-FFBE-8FBC-CEF9-E9D68A10EB04}"/>
              </a:ext>
            </a:extLst>
          </p:cNvPr>
          <p:cNvSpPr txBox="1"/>
          <p:nvPr/>
        </p:nvSpPr>
        <p:spPr>
          <a:xfrm flipH="1">
            <a:off x="8626166" y="1586505"/>
            <a:ext cx="3040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herry Bomb One" panose="02000000000000000000" pitchFamily="2" charset="-128"/>
                <a:ea typeface="Cherry Bomb One" panose="02000000000000000000" pitchFamily="2" charset="-128"/>
                <a:cs typeface="Fredoka" pitchFamily="2" charset="-79"/>
              </a:rPr>
              <a:t>Videos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6A8F35D-3A65-84A3-FC81-A0FC1E701BD7}"/>
              </a:ext>
            </a:extLst>
          </p:cNvPr>
          <p:cNvSpPr/>
          <p:nvPr/>
        </p:nvSpPr>
        <p:spPr>
          <a:xfrm>
            <a:off x="8621036" y="2538019"/>
            <a:ext cx="3040381" cy="342900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Irish Grover" panose="02000000000000000000" pitchFamily="2" charset="0"/>
                <a:cs typeface="Fredoka" pitchFamily="2" charset="-79"/>
              </a:rPr>
              <a:t>Unit 1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973B217-BFC1-7C4F-258A-2096B90AFA23}"/>
              </a:ext>
            </a:extLst>
          </p:cNvPr>
          <p:cNvSpPr/>
          <p:nvPr/>
        </p:nvSpPr>
        <p:spPr>
          <a:xfrm>
            <a:off x="8621036" y="3023468"/>
            <a:ext cx="3040381" cy="342900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Irish Grover" panose="02000000000000000000" pitchFamily="2" charset="0"/>
                <a:cs typeface="Fredoka" pitchFamily="2" charset="-79"/>
              </a:rPr>
              <a:t>Unit 2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9D0729A-BDFC-15D2-ABFA-C1F025912D9F}"/>
              </a:ext>
            </a:extLst>
          </p:cNvPr>
          <p:cNvSpPr/>
          <p:nvPr/>
        </p:nvSpPr>
        <p:spPr>
          <a:xfrm>
            <a:off x="8621035" y="3509732"/>
            <a:ext cx="3040381" cy="342900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Irish Grover" panose="02000000000000000000" pitchFamily="2" charset="0"/>
                <a:cs typeface="Fredoka" pitchFamily="2" charset="-79"/>
              </a:rPr>
              <a:t>Unit 3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CD5E265-3A66-CC77-CA12-A50EE3C6ECA1}"/>
              </a:ext>
            </a:extLst>
          </p:cNvPr>
          <p:cNvSpPr/>
          <p:nvPr/>
        </p:nvSpPr>
        <p:spPr>
          <a:xfrm>
            <a:off x="8621034" y="3995181"/>
            <a:ext cx="3040381" cy="342900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Irish Grover" panose="02000000000000000000" pitchFamily="2" charset="0"/>
                <a:cs typeface="Fredoka" pitchFamily="2" charset="-79"/>
              </a:rPr>
              <a:t>Unit 4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C197E55-5F27-E295-BBB5-D15DDB641E8A}"/>
              </a:ext>
            </a:extLst>
          </p:cNvPr>
          <p:cNvSpPr/>
          <p:nvPr/>
        </p:nvSpPr>
        <p:spPr>
          <a:xfrm>
            <a:off x="8621033" y="4480630"/>
            <a:ext cx="3040381" cy="342900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Irish Grover" panose="02000000000000000000" pitchFamily="2" charset="0"/>
                <a:cs typeface="Fredoka" pitchFamily="2" charset="-79"/>
              </a:rPr>
              <a:t>Unit 5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A56EB7B-C95B-07A1-4CCF-00DA3A0D5821}"/>
              </a:ext>
            </a:extLst>
          </p:cNvPr>
          <p:cNvSpPr/>
          <p:nvPr/>
        </p:nvSpPr>
        <p:spPr>
          <a:xfrm>
            <a:off x="8621033" y="4943039"/>
            <a:ext cx="3040381" cy="342900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Irish Grover" panose="02000000000000000000" pitchFamily="2" charset="0"/>
                <a:cs typeface="Fredoka" pitchFamily="2" charset="-79"/>
              </a:rPr>
              <a:t>Unit 6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8EB8BCA-9BEE-6292-D371-92E87797F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9879" y="1422605"/>
            <a:ext cx="459668" cy="459668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8E668C3-57C8-B247-FBF8-C7E992E4E617}"/>
              </a:ext>
            </a:extLst>
          </p:cNvPr>
          <p:cNvSpPr txBox="1"/>
          <p:nvPr/>
        </p:nvSpPr>
        <p:spPr>
          <a:xfrm>
            <a:off x="2873000" y="57775"/>
            <a:ext cx="64459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OhChewy" panose="02000503050000020003" pitchFamily="2" charset="0"/>
                <a:cs typeface="Fredoka" pitchFamily="2" charset="-79"/>
              </a:rPr>
              <a:t>Grade 5 English</a:t>
            </a:r>
          </a:p>
        </p:txBody>
      </p:sp>
      <p:pic>
        <p:nvPicPr>
          <p:cNvPr id="16" name="Picture 15" descr="A logo of a book and crown&#10;&#10;AI-generated content may be incorrect.">
            <a:extLst>
              <a:ext uri="{FF2B5EF4-FFF2-40B4-BE49-F238E27FC236}">
                <a16:creationId xmlns:a16="http://schemas.microsoft.com/office/drawing/2014/main" id="{CAE86C8C-2DC5-EDC2-5659-0FAEEC8AF5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" y="0"/>
            <a:ext cx="986594" cy="71815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126DAB3-F476-42BA-4B78-F71109102A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7" y="0"/>
            <a:ext cx="718157" cy="718157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F5013B2-BB42-993F-9E85-E1A3248E2FBC}"/>
              </a:ext>
            </a:extLst>
          </p:cNvPr>
          <p:cNvSpPr/>
          <p:nvPr/>
        </p:nvSpPr>
        <p:spPr>
          <a:xfrm>
            <a:off x="4968743" y="3087075"/>
            <a:ext cx="2378761" cy="270777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Irish Grover" panose="02000000000000000000" pitchFamily="2" charset="0"/>
                <a:cs typeface="Fredoka" pitchFamily="2" charset="-79"/>
              </a:rPr>
              <a:t>Future Tense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A45C998-FC51-C20F-313C-CBBF4456E435}"/>
              </a:ext>
            </a:extLst>
          </p:cNvPr>
          <p:cNvSpPr/>
          <p:nvPr/>
        </p:nvSpPr>
        <p:spPr>
          <a:xfrm>
            <a:off x="4961122" y="3429000"/>
            <a:ext cx="2378761" cy="270777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Irish Grover" panose="02000000000000000000" pitchFamily="2" charset="0"/>
                <a:cs typeface="Fredoka" pitchFamily="2" charset="-79"/>
              </a:rPr>
              <a:t>Making Comparisons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51358AE-91CF-9079-BEB5-A57F5C7EEA47}"/>
              </a:ext>
            </a:extLst>
          </p:cNvPr>
          <p:cNvSpPr/>
          <p:nvPr/>
        </p:nvSpPr>
        <p:spPr>
          <a:xfrm>
            <a:off x="4968743" y="3764975"/>
            <a:ext cx="2378761" cy="270777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Irish Grover" panose="02000000000000000000" pitchFamily="2" charset="0"/>
                <a:cs typeface="Fredoka" pitchFamily="2" charset="-79"/>
              </a:rPr>
              <a:t>Modal Verbs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53145C6-6F82-373F-AFBB-0541EBB237B8}"/>
              </a:ext>
            </a:extLst>
          </p:cNvPr>
          <p:cNvSpPr/>
          <p:nvPr/>
        </p:nvSpPr>
        <p:spPr>
          <a:xfrm>
            <a:off x="4968743" y="4100031"/>
            <a:ext cx="2378761" cy="270777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Irish Grover" panose="02000000000000000000" pitchFamily="2" charset="0"/>
                <a:cs typeface="Fredoka" pitchFamily="2" charset="-79"/>
              </a:rPr>
              <a:t>Present Simple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2FB95F9-6636-AA72-5DF6-B9C9A4228BEE}"/>
              </a:ext>
            </a:extLst>
          </p:cNvPr>
          <p:cNvSpPr/>
          <p:nvPr/>
        </p:nvSpPr>
        <p:spPr>
          <a:xfrm>
            <a:off x="4961121" y="4442875"/>
            <a:ext cx="2378761" cy="270777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Irish Grover" panose="02000000000000000000" pitchFamily="2" charset="0"/>
                <a:cs typeface="Fredoka" pitchFamily="2" charset="-79"/>
              </a:rPr>
              <a:t>Present Continuous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63061B9-CF76-09F6-AFDA-C37D91D63486}"/>
              </a:ext>
            </a:extLst>
          </p:cNvPr>
          <p:cNvSpPr/>
          <p:nvPr/>
        </p:nvSpPr>
        <p:spPr>
          <a:xfrm>
            <a:off x="4961121" y="4772933"/>
            <a:ext cx="2378761" cy="270777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Irish Grover" panose="02000000000000000000" pitchFamily="2" charset="0"/>
                <a:cs typeface="Fredoka" pitchFamily="2" charset="-79"/>
              </a:rPr>
              <a:t>Simple Past Tense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EC847A0-C661-2D7D-2CB8-53179ABCD2BF}"/>
              </a:ext>
            </a:extLst>
          </p:cNvPr>
          <p:cNvSpPr/>
          <p:nvPr/>
        </p:nvSpPr>
        <p:spPr>
          <a:xfrm>
            <a:off x="4961121" y="5102991"/>
            <a:ext cx="2378761" cy="270777"/>
          </a:xfrm>
          <a:prstGeom prst="roundRect">
            <a:avLst>
              <a:gd name="adj" fmla="val 30000"/>
            </a:avLst>
          </a:prstGeom>
          <a:solidFill>
            <a:srgbClr val="E8D9C6"/>
          </a:solidFill>
          <a:ln w="28575">
            <a:solidFill>
              <a:srgbClr val="D4C1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Irish Grover" panose="02000000000000000000" pitchFamily="2" charset="0"/>
                <a:cs typeface="Fredoka" pitchFamily="2" charset="-79"/>
              </a:rPr>
              <a:t>Regular &amp; Irregular Verbs</a:t>
            </a:r>
          </a:p>
        </p:txBody>
      </p:sp>
    </p:spTree>
    <p:extLst>
      <p:ext uri="{BB962C8B-B14F-4D97-AF65-F5344CB8AC3E}">
        <p14:creationId xmlns:p14="http://schemas.microsoft.com/office/powerpoint/2010/main" val="1986596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D16FA2D-CDB4-CE70-556A-8241DC830F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509047"/>
              </p:ext>
            </p:extLst>
          </p:nvPr>
        </p:nvGraphicFramePr>
        <p:xfrm>
          <a:off x="0" y="0"/>
          <a:ext cx="12217453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722117" imgH="8825968" progId="">
                  <p:embed/>
                </p:oleObj>
              </mc:Choice>
              <mc:Fallback>
                <p:oleObj r:id="rId2" imgW="15722117" imgH="8825968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217453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817F9D3-9091-133F-D7D4-377FE1D5AF2C}"/>
              </a:ext>
            </a:extLst>
          </p:cNvPr>
          <p:cNvSpPr txBox="1"/>
          <p:nvPr/>
        </p:nvSpPr>
        <p:spPr>
          <a:xfrm>
            <a:off x="266388" y="108575"/>
            <a:ext cx="31502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OhChewy" panose="02000503050000020003" pitchFamily="2" charset="0"/>
                <a:cs typeface="Fredoka" pitchFamily="2" charset="-79"/>
              </a:rPr>
              <a:t>Exercise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2F6B5E-D0B7-71FF-AB2B-C5B065001E6A}"/>
              </a:ext>
            </a:extLst>
          </p:cNvPr>
          <p:cNvSpPr txBox="1"/>
          <p:nvPr/>
        </p:nvSpPr>
        <p:spPr>
          <a:xfrm>
            <a:off x="466459" y="1370459"/>
            <a:ext cx="238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9415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Frequency Adverbs.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563859-9E02-31E1-DD2A-B1B451F34DAC}"/>
              </a:ext>
            </a:extLst>
          </p:cNvPr>
          <p:cNvSpPr/>
          <p:nvPr/>
        </p:nvSpPr>
        <p:spPr>
          <a:xfrm>
            <a:off x="590550" y="2052983"/>
            <a:ext cx="11010900" cy="4307159"/>
          </a:xfrm>
          <a:prstGeom prst="roundRect">
            <a:avLst/>
          </a:prstGeom>
          <a:solidFill>
            <a:srgbClr val="F4F1EC"/>
          </a:solidFill>
          <a:ln w="127000">
            <a:solidFill>
              <a:srgbClr val="DFD6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878871-92C8-9BFA-78EF-988B54C53C48}"/>
              </a:ext>
            </a:extLst>
          </p:cNvPr>
          <p:cNvSpPr txBox="1"/>
          <p:nvPr/>
        </p:nvSpPr>
        <p:spPr>
          <a:xfrm>
            <a:off x="990600" y="2447677"/>
            <a:ext cx="6410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1. You ___ eat your vegetables if you want to grow strong.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A4B20-9183-202A-7B88-1831CC11617C}"/>
              </a:ext>
            </a:extLst>
          </p:cNvPr>
          <p:cNvSpPr txBox="1"/>
          <p:nvPr/>
        </p:nvSpPr>
        <p:spPr>
          <a:xfrm>
            <a:off x="990600" y="2881272"/>
            <a:ext cx="3916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2. ___ I go to the bathroom please?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FFB73A-15B3-1188-2FF7-B1384B2C5E2A}"/>
              </a:ext>
            </a:extLst>
          </p:cNvPr>
          <p:cNvSpPr txBox="1"/>
          <p:nvPr/>
        </p:nvSpPr>
        <p:spPr>
          <a:xfrm>
            <a:off x="990600" y="3314867"/>
            <a:ext cx="637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3. He ___ play football professionally when he was young.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6B3957-F309-2175-4671-C8C56775C6B7}"/>
              </a:ext>
            </a:extLst>
          </p:cNvPr>
          <p:cNvSpPr txBox="1"/>
          <p:nvPr/>
        </p:nvSpPr>
        <p:spPr>
          <a:xfrm>
            <a:off x="990600" y="3748462"/>
            <a:ext cx="4565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4. It’s very cloudy. It ___ rain later today.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5B89BD-8A66-551A-1108-7EB8C3317305}"/>
              </a:ext>
            </a:extLst>
          </p:cNvPr>
          <p:cNvSpPr txBox="1"/>
          <p:nvPr/>
        </p:nvSpPr>
        <p:spPr>
          <a:xfrm>
            <a:off x="990600" y="4182057"/>
            <a:ext cx="3700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5. We ___ be quiet in the library.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1D590B-2CD8-7924-07ED-629F01AE5450}"/>
              </a:ext>
            </a:extLst>
          </p:cNvPr>
          <p:cNvSpPr txBox="1"/>
          <p:nvPr/>
        </p:nvSpPr>
        <p:spPr>
          <a:xfrm>
            <a:off x="990600" y="4615652"/>
            <a:ext cx="6202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6. If I had more time, I ___ help you with your homework.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20782-108B-6563-1260-ADB828B7AF04}"/>
              </a:ext>
            </a:extLst>
          </p:cNvPr>
          <p:cNvSpPr txBox="1"/>
          <p:nvPr/>
        </p:nvSpPr>
        <p:spPr>
          <a:xfrm>
            <a:off x="990600" y="5049247"/>
            <a:ext cx="3919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7. She ___ play the piano very well.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5748EB-C102-1E7C-6083-9E73B799F9BE}"/>
              </a:ext>
            </a:extLst>
          </p:cNvPr>
          <p:cNvSpPr txBox="1"/>
          <p:nvPr/>
        </p:nvSpPr>
        <p:spPr>
          <a:xfrm>
            <a:off x="990600" y="5482842"/>
            <a:ext cx="6086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8. You ___ wear a helmet when riding a bike to be safe.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14D7B5-33C0-9B74-0991-5D516F834318}"/>
              </a:ext>
            </a:extLst>
          </p:cNvPr>
          <p:cNvSpPr txBox="1"/>
          <p:nvPr/>
        </p:nvSpPr>
        <p:spPr>
          <a:xfrm>
            <a:off x="10142863" y="2453797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should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250EA4-DC7A-226C-A9A3-8B9B355055A5}"/>
              </a:ext>
            </a:extLst>
          </p:cNvPr>
          <p:cNvSpPr txBox="1"/>
          <p:nvPr/>
        </p:nvSpPr>
        <p:spPr>
          <a:xfrm>
            <a:off x="10267897" y="2881272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could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A78054-A828-C4EA-794B-C675B23231C2}"/>
              </a:ext>
            </a:extLst>
          </p:cNvPr>
          <p:cNvSpPr txBox="1"/>
          <p:nvPr/>
        </p:nvSpPr>
        <p:spPr>
          <a:xfrm>
            <a:off x="10275660" y="3314867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could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A5F977-FD98-8EF6-F6F7-79D51E96929F}"/>
              </a:ext>
            </a:extLst>
          </p:cNvPr>
          <p:cNvSpPr txBox="1"/>
          <p:nvPr/>
        </p:nvSpPr>
        <p:spPr>
          <a:xfrm>
            <a:off x="10267897" y="3748462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could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269919-5D29-D99B-0EAA-28CDDA093195}"/>
              </a:ext>
            </a:extLst>
          </p:cNvPr>
          <p:cNvSpPr txBox="1"/>
          <p:nvPr/>
        </p:nvSpPr>
        <p:spPr>
          <a:xfrm>
            <a:off x="10320544" y="4182057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must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24B1F0-0C9B-6822-E2C9-520C348074B2}"/>
              </a:ext>
            </a:extLst>
          </p:cNvPr>
          <p:cNvSpPr txBox="1"/>
          <p:nvPr/>
        </p:nvSpPr>
        <p:spPr>
          <a:xfrm>
            <a:off x="10208585" y="4621967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would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A5F0E2-710A-A54C-5C8B-633FE065BC33}"/>
              </a:ext>
            </a:extLst>
          </p:cNvPr>
          <p:cNvSpPr txBox="1"/>
          <p:nvPr/>
        </p:nvSpPr>
        <p:spPr>
          <a:xfrm>
            <a:off x="10485904" y="5049247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can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B7A093-DCB4-20BC-3BA9-E738A11985A0}"/>
              </a:ext>
            </a:extLst>
          </p:cNvPr>
          <p:cNvSpPr txBox="1"/>
          <p:nvPr/>
        </p:nvSpPr>
        <p:spPr>
          <a:xfrm>
            <a:off x="10312779" y="5476527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must</a:t>
            </a:r>
          </a:p>
        </p:txBody>
      </p:sp>
    </p:spTree>
    <p:extLst>
      <p:ext uri="{BB962C8B-B14F-4D97-AF65-F5344CB8AC3E}">
        <p14:creationId xmlns:p14="http://schemas.microsoft.com/office/powerpoint/2010/main" val="325196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B3CA0-0A9E-2535-D3FA-64860187C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E27D0A0-63A6-7C7B-19CF-DCF07413A6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2217453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722117" imgH="8825968" progId="">
                  <p:embed/>
                </p:oleObj>
              </mc:Choice>
              <mc:Fallback>
                <p:oleObj r:id="rId2" imgW="15722117" imgH="8825968" progId="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6D16FA2D-CDB4-CE70-556A-8241DC830F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217453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6DAC974-DA2C-CDCD-CF04-7B59EE95CE4C}"/>
              </a:ext>
            </a:extLst>
          </p:cNvPr>
          <p:cNvSpPr txBox="1"/>
          <p:nvPr/>
        </p:nvSpPr>
        <p:spPr>
          <a:xfrm>
            <a:off x="266388" y="108575"/>
            <a:ext cx="31502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OhChewy" panose="02000503050000020003" pitchFamily="2" charset="0"/>
                <a:cs typeface="Fredoka" pitchFamily="2" charset="-79"/>
              </a:rPr>
              <a:t>Exercise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D0BED-7A5D-4226-1433-CADE54619D9E}"/>
              </a:ext>
            </a:extLst>
          </p:cNvPr>
          <p:cNvSpPr txBox="1"/>
          <p:nvPr/>
        </p:nvSpPr>
        <p:spPr>
          <a:xfrm>
            <a:off x="466459" y="1370459"/>
            <a:ext cx="2619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9415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Making Comparisons.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73BC11-9812-037D-5261-8B72A6566E52}"/>
              </a:ext>
            </a:extLst>
          </p:cNvPr>
          <p:cNvSpPr/>
          <p:nvPr/>
        </p:nvSpPr>
        <p:spPr>
          <a:xfrm>
            <a:off x="590550" y="2052983"/>
            <a:ext cx="11010900" cy="4307159"/>
          </a:xfrm>
          <a:prstGeom prst="roundRect">
            <a:avLst/>
          </a:prstGeom>
          <a:solidFill>
            <a:srgbClr val="F4F1EC"/>
          </a:solidFill>
          <a:ln w="127000">
            <a:solidFill>
              <a:srgbClr val="DFD6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B2D89-47FF-54E8-707E-7012604FF334}"/>
              </a:ext>
            </a:extLst>
          </p:cNvPr>
          <p:cNvSpPr txBox="1"/>
          <p:nvPr/>
        </p:nvSpPr>
        <p:spPr>
          <a:xfrm>
            <a:off x="990600" y="2447677"/>
            <a:ext cx="3328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1. My house is ___ than yours.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7B1E1-2131-D066-0A44-CE59E63AB349}"/>
              </a:ext>
            </a:extLst>
          </p:cNvPr>
          <p:cNvSpPr txBox="1"/>
          <p:nvPr/>
        </p:nvSpPr>
        <p:spPr>
          <a:xfrm>
            <a:off x="990600" y="2881272"/>
            <a:ext cx="4530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2. Of all the runners, Maria was the ___.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3C5F5F-414F-F9B7-5394-03F5BAF7D759}"/>
              </a:ext>
            </a:extLst>
          </p:cNvPr>
          <p:cNvSpPr txBox="1"/>
          <p:nvPr/>
        </p:nvSpPr>
        <p:spPr>
          <a:xfrm>
            <a:off x="990600" y="3314867"/>
            <a:ext cx="6478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3. This math problem is ___ than the one we did yesterday.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9F24D2-A8D9-4351-FC5A-0CA1BE4ACE74}"/>
              </a:ext>
            </a:extLst>
          </p:cNvPr>
          <p:cNvSpPr txBox="1"/>
          <p:nvPr/>
        </p:nvSpPr>
        <p:spPr>
          <a:xfrm>
            <a:off x="990600" y="3748462"/>
            <a:ext cx="3496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4. Elephants are ___ than lions.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3D9098-2587-DE2C-3707-4C6901DD26B4}"/>
              </a:ext>
            </a:extLst>
          </p:cNvPr>
          <p:cNvSpPr txBox="1"/>
          <p:nvPr/>
        </p:nvSpPr>
        <p:spPr>
          <a:xfrm>
            <a:off x="990600" y="4182057"/>
            <a:ext cx="4780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5. That was the ___ movie I have ever seen!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686737-A859-EC9B-8C72-A2712D27E944}"/>
              </a:ext>
            </a:extLst>
          </p:cNvPr>
          <p:cNvSpPr txBox="1"/>
          <p:nvPr/>
        </p:nvSpPr>
        <p:spPr>
          <a:xfrm>
            <a:off x="990600" y="4615652"/>
            <a:ext cx="3706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6. My backpack is ___ than yours.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448D17-ADBC-AF84-3436-D35BB00DB259}"/>
              </a:ext>
            </a:extLst>
          </p:cNvPr>
          <p:cNvSpPr txBox="1"/>
          <p:nvPr/>
        </p:nvSpPr>
        <p:spPr>
          <a:xfrm>
            <a:off x="990600" y="5049247"/>
            <a:ext cx="3466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7. Today is ___ than yesterday.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D45744-8E14-F116-B518-6EF7001C3525}"/>
              </a:ext>
            </a:extLst>
          </p:cNvPr>
          <p:cNvSpPr txBox="1"/>
          <p:nvPr/>
        </p:nvSpPr>
        <p:spPr>
          <a:xfrm>
            <a:off x="990600" y="5482842"/>
            <a:ext cx="6054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8. Out of the three brothers, Sam is the ___ at football.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18E7A4-7B95-2EB6-EF58-FE6D1BBC7FD7}"/>
              </a:ext>
            </a:extLst>
          </p:cNvPr>
          <p:cNvSpPr txBox="1"/>
          <p:nvPr/>
        </p:nvSpPr>
        <p:spPr>
          <a:xfrm>
            <a:off x="10117338" y="2447677"/>
            <a:ext cx="922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bigger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365D4B-03B7-8A1A-BEA5-00B74C864DCE}"/>
              </a:ext>
            </a:extLst>
          </p:cNvPr>
          <p:cNvSpPr txBox="1"/>
          <p:nvPr/>
        </p:nvSpPr>
        <p:spPr>
          <a:xfrm>
            <a:off x="10062837" y="2881272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fastest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951CBB-CB5D-C8B8-E8A9-4570A641ECF0}"/>
              </a:ext>
            </a:extLst>
          </p:cNvPr>
          <p:cNvSpPr txBox="1"/>
          <p:nvPr/>
        </p:nvSpPr>
        <p:spPr>
          <a:xfrm>
            <a:off x="10101308" y="3314867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harder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7E68FF-29BD-C2FE-E2D3-28EEADCED0B4}"/>
              </a:ext>
            </a:extLst>
          </p:cNvPr>
          <p:cNvSpPr txBox="1"/>
          <p:nvPr/>
        </p:nvSpPr>
        <p:spPr>
          <a:xfrm>
            <a:off x="10152603" y="3750424"/>
            <a:ext cx="886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larger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EF3720-B7DA-C6E9-E68F-2266DF83A8F3}"/>
              </a:ext>
            </a:extLst>
          </p:cNvPr>
          <p:cNvSpPr txBox="1"/>
          <p:nvPr/>
        </p:nvSpPr>
        <p:spPr>
          <a:xfrm>
            <a:off x="9320645" y="4182057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most exciting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A5D136-F3F4-0171-02C2-16D3FF8668EA}"/>
              </a:ext>
            </a:extLst>
          </p:cNvPr>
          <p:cNvSpPr txBox="1"/>
          <p:nvPr/>
        </p:nvSpPr>
        <p:spPr>
          <a:xfrm>
            <a:off x="10001922" y="461369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heavier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F58224-004A-74CC-AB1D-46D93B237F57}"/>
              </a:ext>
            </a:extLst>
          </p:cNvPr>
          <p:cNvSpPr txBox="1"/>
          <p:nvPr/>
        </p:nvSpPr>
        <p:spPr>
          <a:xfrm>
            <a:off x="10144587" y="5045323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colder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7F4292-C2FB-EF6E-9708-846363D02993}"/>
              </a:ext>
            </a:extLst>
          </p:cNvPr>
          <p:cNvSpPr txBox="1"/>
          <p:nvPr/>
        </p:nvSpPr>
        <p:spPr>
          <a:xfrm>
            <a:off x="10375420" y="5476956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best</a:t>
            </a:r>
          </a:p>
        </p:txBody>
      </p:sp>
    </p:spTree>
    <p:extLst>
      <p:ext uri="{BB962C8B-B14F-4D97-AF65-F5344CB8AC3E}">
        <p14:creationId xmlns:p14="http://schemas.microsoft.com/office/powerpoint/2010/main" val="239111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10" grpId="0"/>
      <p:bldP spid="11" grpId="0"/>
      <p:bldP spid="12" grpId="0"/>
      <p:bldP spid="13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22366-5CBD-0412-DB5B-CB69C9EE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52F94EA-E583-43BE-5466-EECAD0239B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2217453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722117" imgH="8825968" progId="">
                  <p:embed/>
                </p:oleObj>
              </mc:Choice>
              <mc:Fallback>
                <p:oleObj r:id="rId3" imgW="15722117" imgH="8825968" progId="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CE27D0A0-63A6-7C7B-19CF-DCF07413A6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217453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13ED411-EDFB-B870-6405-32E6E89ED65B}"/>
              </a:ext>
            </a:extLst>
          </p:cNvPr>
          <p:cNvSpPr txBox="1"/>
          <p:nvPr/>
        </p:nvSpPr>
        <p:spPr>
          <a:xfrm>
            <a:off x="266388" y="108575"/>
            <a:ext cx="31502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OhChewy" panose="02000503050000020003" pitchFamily="2" charset="0"/>
                <a:cs typeface="Fredoka" pitchFamily="2" charset="-79"/>
              </a:rPr>
              <a:t>Exercise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E7D802-C9FE-FDC3-F5AC-BBAB7D65CB26}"/>
              </a:ext>
            </a:extLst>
          </p:cNvPr>
          <p:cNvSpPr txBox="1"/>
          <p:nvPr/>
        </p:nvSpPr>
        <p:spPr>
          <a:xfrm>
            <a:off x="466459" y="1370459"/>
            <a:ext cx="1693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9415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Future Tense.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385B98-64A1-705F-1641-F8DB91E8C004}"/>
              </a:ext>
            </a:extLst>
          </p:cNvPr>
          <p:cNvSpPr/>
          <p:nvPr/>
        </p:nvSpPr>
        <p:spPr>
          <a:xfrm>
            <a:off x="590550" y="2052983"/>
            <a:ext cx="11010900" cy="4307159"/>
          </a:xfrm>
          <a:prstGeom prst="roundRect">
            <a:avLst/>
          </a:prstGeom>
          <a:solidFill>
            <a:srgbClr val="F4F1EC"/>
          </a:solidFill>
          <a:ln w="127000">
            <a:solidFill>
              <a:srgbClr val="DFD6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AEB8A-E16C-6580-6A48-8E69A4151419}"/>
              </a:ext>
            </a:extLst>
          </p:cNvPr>
          <p:cNvSpPr txBox="1"/>
          <p:nvPr/>
        </p:nvSpPr>
        <p:spPr>
          <a:xfrm>
            <a:off x="990600" y="2447677"/>
            <a:ext cx="4152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1. I ___ do my homework after dinner.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2A312-BE10-90E5-B8AF-1AEDA54D3CB8}"/>
              </a:ext>
            </a:extLst>
          </p:cNvPr>
          <p:cNvSpPr txBox="1"/>
          <p:nvPr/>
        </p:nvSpPr>
        <p:spPr>
          <a:xfrm>
            <a:off x="990600" y="2881272"/>
            <a:ext cx="6827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2.  She ___ visit her cousin next weekend. It’s already planned.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9918F-E42F-D0F3-F411-D9EE03A8F661}"/>
              </a:ext>
            </a:extLst>
          </p:cNvPr>
          <p:cNvSpPr txBox="1"/>
          <p:nvPr/>
        </p:nvSpPr>
        <p:spPr>
          <a:xfrm>
            <a:off x="990600" y="3314867"/>
            <a:ext cx="4533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3. It’s very cold today. I think it ___ snow.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61D0A8-3A1D-792C-B9DA-6ADFFD786B7C}"/>
              </a:ext>
            </a:extLst>
          </p:cNvPr>
          <p:cNvSpPr txBox="1"/>
          <p:nvPr/>
        </p:nvSpPr>
        <p:spPr>
          <a:xfrm>
            <a:off x="990600" y="3748462"/>
            <a:ext cx="6495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4. We ___ have pizza for lunch. Mom said so this morning.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57D0DF-1339-DC6E-03E5-E5D21970AC15}"/>
              </a:ext>
            </a:extLst>
          </p:cNvPr>
          <p:cNvSpPr txBox="1"/>
          <p:nvPr/>
        </p:nvSpPr>
        <p:spPr>
          <a:xfrm>
            <a:off x="990600" y="4182057"/>
            <a:ext cx="4887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5. Don’t worry, I ___ help you carry your bag.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9A061A-9436-DD5B-E1AB-3E1F076480B3}"/>
              </a:ext>
            </a:extLst>
          </p:cNvPr>
          <p:cNvSpPr txBox="1"/>
          <p:nvPr/>
        </p:nvSpPr>
        <p:spPr>
          <a:xfrm>
            <a:off x="990600" y="4615652"/>
            <a:ext cx="7196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6. They ___ watch  a movie tonight. It’s already on their schedule.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D157A2-E8B0-2BA8-D2AE-7E8A393E6DA9}"/>
              </a:ext>
            </a:extLst>
          </p:cNvPr>
          <p:cNvSpPr txBox="1"/>
          <p:nvPr/>
        </p:nvSpPr>
        <p:spPr>
          <a:xfrm>
            <a:off x="990600" y="5049247"/>
            <a:ext cx="516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7. The team ___ win the game! They look ready.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A4BC06-66EE-523C-053F-60BD1E259509}"/>
              </a:ext>
            </a:extLst>
          </p:cNvPr>
          <p:cNvSpPr txBox="1"/>
          <p:nvPr/>
        </p:nvSpPr>
        <p:spPr>
          <a:xfrm>
            <a:off x="990600" y="5482842"/>
            <a:ext cx="369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8. Watch out! That glass ___ fall!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CF66FD-A011-48AD-2E0A-EB1359BB9777}"/>
              </a:ext>
            </a:extLst>
          </p:cNvPr>
          <p:cNvSpPr txBox="1"/>
          <p:nvPr/>
        </p:nvSpPr>
        <p:spPr>
          <a:xfrm>
            <a:off x="10412291" y="2447677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will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A820AB-66E8-4999-C5A8-4DF7B520F77A}"/>
              </a:ext>
            </a:extLst>
          </p:cNvPr>
          <p:cNvSpPr txBox="1"/>
          <p:nvPr/>
        </p:nvSpPr>
        <p:spPr>
          <a:xfrm>
            <a:off x="9686130" y="2881272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is going to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EDE411-EAE5-95FB-5FA0-B56D45A00AC6}"/>
              </a:ext>
            </a:extLst>
          </p:cNvPr>
          <p:cNvSpPr txBox="1"/>
          <p:nvPr/>
        </p:nvSpPr>
        <p:spPr>
          <a:xfrm>
            <a:off x="10412290" y="3314867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will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E36D31-FD58-5B78-8E38-A5C2E9E91CDA}"/>
              </a:ext>
            </a:extLst>
          </p:cNvPr>
          <p:cNvSpPr txBox="1"/>
          <p:nvPr/>
        </p:nvSpPr>
        <p:spPr>
          <a:xfrm>
            <a:off x="9487357" y="3750424"/>
            <a:ext cx="155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are going to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984F6F-07C1-B5C8-BAE6-F985C1CE3279}"/>
              </a:ext>
            </a:extLst>
          </p:cNvPr>
          <p:cNvSpPr txBox="1"/>
          <p:nvPr/>
        </p:nvSpPr>
        <p:spPr>
          <a:xfrm>
            <a:off x="10412290" y="4182057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will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E0A90E-7396-F6E3-2C75-F777AB4EB439}"/>
              </a:ext>
            </a:extLst>
          </p:cNvPr>
          <p:cNvSpPr txBox="1"/>
          <p:nvPr/>
        </p:nvSpPr>
        <p:spPr>
          <a:xfrm>
            <a:off x="9527432" y="4613690"/>
            <a:ext cx="1511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are going to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715072-059B-FEA4-EE19-B6C070B21F16}"/>
              </a:ext>
            </a:extLst>
          </p:cNvPr>
          <p:cNvSpPr txBox="1"/>
          <p:nvPr/>
        </p:nvSpPr>
        <p:spPr>
          <a:xfrm>
            <a:off x="10412289" y="5045323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will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12A4A6-717E-16C8-BA87-5D98769430C9}"/>
              </a:ext>
            </a:extLst>
          </p:cNvPr>
          <p:cNvSpPr txBox="1"/>
          <p:nvPr/>
        </p:nvSpPr>
        <p:spPr>
          <a:xfrm>
            <a:off x="9686128" y="5476956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is going to</a:t>
            </a:r>
          </a:p>
        </p:txBody>
      </p:sp>
    </p:spTree>
    <p:extLst>
      <p:ext uri="{BB962C8B-B14F-4D97-AF65-F5344CB8AC3E}">
        <p14:creationId xmlns:p14="http://schemas.microsoft.com/office/powerpoint/2010/main" val="184270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22CD-3563-B7D3-8E1C-255DC2D19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3D83C3C-A264-86A0-4894-969D5E2F10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2217453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722117" imgH="8825968" progId="">
                  <p:embed/>
                </p:oleObj>
              </mc:Choice>
              <mc:Fallback>
                <p:oleObj r:id="rId2" imgW="15722117" imgH="8825968" progId="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D52F94EA-E583-43BE-5466-EECAD0239B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217453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6236963-79E7-7651-58EE-055F8CBB9E76}"/>
              </a:ext>
            </a:extLst>
          </p:cNvPr>
          <p:cNvSpPr txBox="1"/>
          <p:nvPr/>
        </p:nvSpPr>
        <p:spPr>
          <a:xfrm>
            <a:off x="266388" y="108575"/>
            <a:ext cx="31502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OhChewy" panose="02000503050000020003" pitchFamily="2" charset="0"/>
                <a:cs typeface="Fredoka" pitchFamily="2" charset="-79"/>
              </a:rPr>
              <a:t>Exercise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3C073-DF5B-1440-1B3E-56F32B51111A}"/>
              </a:ext>
            </a:extLst>
          </p:cNvPr>
          <p:cNvSpPr txBox="1"/>
          <p:nvPr/>
        </p:nvSpPr>
        <p:spPr>
          <a:xfrm>
            <a:off x="466459" y="1370459"/>
            <a:ext cx="1919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9415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Present Simple.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AE7BC2-2548-A6F4-E275-E7A2A4B02A8C}"/>
              </a:ext>
            </a:extLst>
          </p:cNvPr>
          <p:cNvSpPr/>
          <p:nvPr/>
        </p:nvSpPr>
        <p:spPr>
          <a:xfrm>
            <a:off x="590550" y="2052983"/>
            <a:ext cx="11010900" cy="4307159"/>
          </a:xfrm>
          <a:prstGeom prst="roundRect">
            <a:avLst/>
          </a:prstGeom>
          <a:solidFill>
            <a:srgbClr val="F4F1EC"/>
          </a:solidFill>
          <a:ln w="127000">
            <a:solidFill>
              <a:srgbClr val="DFD6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3722BF-892E-77DD-70D2-8E595DD45635}"/>
              </a:ext>
            </a:extLst>
          </p:cNvPr>
          <p:cNvSpPr txBox="1"/>
          <p:nvPr/>
        </p:nvSpPr>
        <p:spPr>
          <a:xfrm>
            <a:off x="990600" y="2447677"/>
            <a:ext cx="3387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1. She ___ to school every day.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0894D-CEC4-3D17-826C-B2DE657565D6}"/>
              </a:ext>
            </a:extLst>
          </p:cNvPr>
          <p:cNvSpPr txBox="1"/>
          <p:nvPr/>
        </p:nvSpPr>
        <p:spPr>
          <a:xfrm>
            <a:off x="990600" y="2881272"/>
            <a:ext cx="3869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2. I ___ my homework after dinner.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60FA1E-9EDB-08B1-470F-F2298B8EEDDD}"/>
              </a:ext>
            </a:extLst>
          </p:cNvPr>
          <p:cNvSpPr txBox="1"/>
          <p:nvPr/>
        </p:nvSpPr>
        <p:spPr>
          <a:xfrm>
            <a:off x="990600" y="3314867"/>
            <a:ext cx="2900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3. The sun ___ in the east.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A575C5-0ED4-C4D7-1C07-5E67C8011389}"/>
              </a:ext>
            </a:extLst>
          </p:cNvPr>
          <p:cNvSpPr txBox="1"/>
          <p:nvPr/>
        </p:nvSpPr>
        <p:spPr>
          <a:xfrm>
            <a:off x="990600" y="3748462"/>
            <a:ext cx="4312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4. My friends ___ soccer on Saturdays.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B2827-2869-252C-3669-8B5F088BBFAE}"/>
              </a:ext>
            </a:extLst>
          </p:cNvPr>
          <p:cNvSpPr txBox="1"/>
          <p:nvPr/>
        </p:nvSpPr>
        <p:spPr>
          <a:xfrm>
            <a:off x="990600" y="4182057"/>
            <a:ext cx="4193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5. He always ___ his teeth before bed.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25D6B2-7E3E-7CA0-216A-5B0408320ABB}"/>
              </a:ext>
            </a:extLst>
          </p:cNvPr>
          <p:cNvSpPr txBox="1"/>
          <p:nvPr/>
        </p:nvSpPr>
        <p:spPr>
          <a:xfrm>
            <a:off x="990600" y="4615652"/>
            <a:ext cx="352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6. We ___ breakfast at 7</a:t>
            </a:r>
            <a:r>
              <a:rPr lang="en-US" dirty="0">
                <a:latin typeface="CA YoshiroTRIAL" pitchFamily="50" charset="0"/>
                <a:sym typeface="Wingdings" panose="05000000000000000000" pitchFamily="2" charset="2"/>
              </a:rPr>
              <a:t>:00 AM.</a:t>
            </a:r>
            <a:endParaRPr lang="en-US" dirty="0">
              <a:latin typeface="CA YoshiroTRIAL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878827-E8F3-4D91-CDE8-388157F1565D}"/>
              </a:ext>
            </a:extLst>
          </p:cNvPr>
          <p:cNvSpPr txBox="1"/>
          <p:nvPr/>
        </p:nvSpPr>
        <p:spPr>
          <a:xfrm>
            <a:off x="990600" y="5049247"/>
            <a:ext cx="366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7. It ___ a lot in the rainy season.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7F360A-11B2-D731-1EBE-D599FFD5A79A}"/>
              </a:ext>
            </a:extLst>
          </p:cNvPr>
          <p:cNvSpPr txBox="1"/>
          <p:nvPr/>
        </p:nvSpPr>
        <p:spPr>
          <a:xfrm>
            <a:off x="990600" y="5482842"/>
            <a:ext cx="3829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8. Lucy and I ___ in the same class.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9DA1EB-88C7-BF0B-CDBC-5CAEC5E3F731}"/>
              </a:ext>
            </a:extLst>
          </p:cNvPr>
          <p:cNvSpPr txBox="1"/>
          <p:nvPr/>
        </p:nvSpPr>
        <p:spPr>
          <a:xfrm>
            <a:off x="10351376" y="2447677"/>
            <a:ext cx="688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goes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04F211-2390-16D3-C77E-E07C70FD94B9}"/>
              </a:ext>
            </a:extLst>
          </p:cNvPr>
          <p:cNvSpPr txBox="1"/>
          <p:nvPr/>
        </p:nvSpPr>
        <p:spPr>
          <a:xfrm>
            <a:off x="10591828" y="288127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do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49E58A-0CF2-DB1B-91D1-6D64EFBA68D0}"/>
              </a:ext>
            </a:extLst>
          </p:cNvPr>
          <p:cNvSpPr txBox="1"/>
          <p:nvPr/>
        </p:nvSpPr>
        <p:spPr>
          <a:xfrm>
            <a:off x="10282447" y="331486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rises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CB19C3-3D79-9A17-9F1E-8F540F3F61ED}"/>
              </a:ext>
            </a:extLst>
          </p:cNvPr>
          <p:cNvSpPr txBox="1"/>
          <p:nvPr/>
        </p:nvSpPr>
        <p:spPr>
          <a:xfrm>
            <a:off x="10386642" y="375042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play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B8A705-66A6-9146-76A0-F2084B25F4C8}"/>
              </a:ext>
            </a:extLst>
          </p:cNvPr>
          <p:cNvSpPr txBox="1"/>
          <p:nvPr/>
        </p:nvSpPr>
        <p:spPr>
          <a:xfrm>
            <a:off x="9982684" y="4182057"/>
            <a:ext cx="1056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brushes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A3DDC5-E41B-FF52-9BEF-A2F2E80AE642}"/>
              </a:ext>
            </a:extLst>
          </p:cNvPr>
          <p:cNvSpPr txBox="1"/>
          <p:nvPr/>
        </p:nvSpPr>
        <p:spPr>
          <a:xfrm>
            <a:off x="10343361" y="4613690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have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284D6D-C5CC-7E63-4AD8-E2FC57B2ACFE}"/>
              </a:ext>
            </a:extLst>
          </p:cNvPr>
          <p:cNvSpPr txBox="1"/>
          <p:nvPr/>
        </p:nvSpPr>
        <p:spPr>
          <a:xfrm>
            <a:off x="10264813" y="5045323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rains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127CD2-3104-5262-B6ED-15C71A6A67F9}"/>
              </a:ext>
            </a:extLst>
          </p:cNvPr>
          <p:cNvSpPr txBox="1"/>
          <p:nvPr/>
        </p:nvSpPr>
        <p:spPr>
          <a:xfrm>
            <a:off x="10482820" y="5476956"/>
            <a:ext cx="55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are</a:t>
            </a:r>
          </a:p>
        </p:txBody>
      </p:sp>
    </p:spTree>
    <p:extLst>
      <p:ext uri="{BB962C8B-B14F-4D97-AF65-F5344CB8AC3E}">
        <p14:creationId xmlns:p14="http://schemas.microsoft.com/office/powerpoint/2010/main" val="695583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D48EB-02E5-6330-490A-E67030C6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5E7B18D-D649-7D9E-BFA0-919E743A3D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2217453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722117" imgH="8825968" progId="">
                  <p:embed/>
                </p:oleObj>
              </mc:Choice>
              <mc:Fallback>
                <p:oleObj r:id="rId2" imgW="15722117" imgH="8825968" progId="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03D83C3C-A264-86A0-4894-969D5E2F10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217453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826B29-E276-D75C-CC56-8BD0C634DA93}"/>
              </a:ext>
            </a:extLst>
          </p:cNvPr>
          <p:cNvSpPr txBox="1"/>
          <p:nvPr/>
        </p:nvSpPr>
        <p:spPr>
          <a:xfrm>
            <a:off x="266388" y="108575"/>
            <a:ext cx="31502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OhChewy" panose="02000503050000020003" pitchFamily="2" charset="0"/>
                <a:cs typeface="Fredoka" pitchFamily="2" charset="-79"/>
              </a:rPr>
              <a:t>Exercise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7C09D4-1323-8A2D-78CF-851B671ED3E8}"/>
              </a:ext>
            </a:extLst>
          </p:cNvPr>
          <p:cNvSpPr txBox="1"/>
          <p:nvPr/>
        </p:nvSpPr>
        <p:spPr>
          <a:xfrm>
            <a:off x="466459" y="1370459"/>
            <a:ext cx="2424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9415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Present Continuous.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ECE74D-6F0B-D8FF-C9D2-E3252CA984B0}"/>
              </a:ext>
            </a:extLst>
          </p:cNvPr>
          <p:cNvSpPr/>
          <p:nvPr/>
        </p:nvSpPr>
        <p:spPr>
          <a:xfrm>
            <a:off x="590550" y="2052983"/>
            <a:ext cx="11010900" cy="4307159"/>
          </a:xfrm>
          <a:prstGeom prst="roundRect">
            <a:avLst/>
          </a:prstGeom>
          <a:solidFill>
            <a:srgbClr val="F4F1EC"/>
          </a:solidFill>
          <a:ln w="127000">
            <a:solidFill>
              <a:srgbClr val="DFD6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D9DE2-6CBD-EE99-19ED-143CD7F5D4BE}"/>
              </a:ext>
            </a:extLst>
          </p:cNvPr>
          <p:cNvSpPr txBox="1"/>
          <p:nvPr/>
        </p:nvSpPr>
        <p:spPr>
          <a:xfrm>
            <a:off x="990600" y="2447677"/>
            <a:ext cx="2760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1. I ___ a book right now.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D013EB-333B-1E04-74D2-EFE923674B51}"/>
              </a:ext>
            </a:extLst>
          </p:cNvPr>
          <p:cNvSpPr txBox="1"/>
          <p:nvPr/>
        </p:nvSpPr>
        <p:spPr>
          <a:xfrm>
            <a:off x="990600" y="2881272"/>
            <a:ext cx="4692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2. She ___ watching TV in the living room.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23E724-3784-61BA-539B-08AB1A6EBF27}"/>
              </a:ext>
            </a:extLst>
          </p:cNvPr>
          <p:cNvSpPr txBox="1"/>
          <p:nvPr/>
        </p:nvSpPr>
        <p:spPr>
          <a:xfrm>
            <a:off x="990600" y="3314867"/>
            <a:ext cx="3150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3. They ___ playing outside.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B9ABAD-E853-F6FF-3EAB-F40519BC50CB}"/>
              </a:ext>
            </a:extLst>
          </p:cNvPr>
          <p:cNvSpPr txBox="1"/>
          <p:nvPr/>
        </p:nvSpPr>
        <p:spPr>
          <a:xfrm>
            <a:off x="990600" y="3748462"/>
            <a:ext cx="3634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4. We ___ eating lunch at school.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2E3C5D-8C24-4DE3-94C3-7D3C7610B025}"/>
              </a:ext>
            </a:extLst>
          </p:cNvPr>
          <p:cNvSpPr txBox="1"/>
          <p:nvPr/>
        </p:nvSpPr>
        <p:spPr>
          <a:xfrm>
            <a:off x="990600" y="4182057"/>
            <a:ext cx="4070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5. The dog ___ sleeping on the couch.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84334F-CDB7-5E3A-53EE-1F9B262069F0}"/>
              </a:ext>
            </a:extLst>
          </p:cNvPr>
          <p:cNvSpPr txBox="1"/>
          <p:nvPr/>
        </p:nvSpPr>
        <p:spPr>
          <a:xfrm>
            <a:off x="990600" y="4615652"/>
            <a:ext cx="4921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6. My brother and I ___ doing our homework.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B903CA-CFBD-F330-374F-6E6C1F0A65AA}"/>
              </a:ext>
            </a:extLst>
          </p:cNvPr>
          <p:cNvSpPr txBox="1"/>
          <p:nvPr/>
        </p:nvSpPr>
        <p:spPr>
          <a:xfrm>
            <a:off x="990600" y="5049247"/>
            <a:ext cx="3228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7. Look! The baby ___ crying.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1D9BF7-9682-9633-9BE6-D7E8C685014A}"/>
              </a:ext>
            </a:extLst>
          </p:cNvPr>
          <p:cNvSpPr txBox="1"/>
          <p:nvPr/>
        </p:nvSpPr>
        <p:spPr>
          <a:xfrm>
            <a:off x="990600" y="5482842"/>
            <a:ext cx="3445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8 .You ___ talking very loudly!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ED3E2A-F915-A7E2-457D-A70960841D9B}"/>
              </a:ext>
            </a:extLst>
          </p:cNvPr>
          <p:cNvSpPr txBox="1"/>
          <p:nvPr/>
        </p:nvSpPr>
        <p:spPr>
          <a:xfrm>
            <a:off x="10524500" y="2447677"/>
            <a:ext cx="514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ED5DF1-1AF5-CAF1-3988-67249A92D6C2}"/>
              </a:ext>
            </a:extLst>
          </p:cNvPr>
          <p:cNvSpPr txBox="1"/>
          <p:nvPr/>
        </p:nvSpPr>
        <p:spPr>
          <a:xfrm>
            <a:off x="10641520" y="2881272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EACFE6-1F72-9B74-D6F5-7E9C018768E0}"/>
              </a:ext>
            </a:extLst>
          </p:cNvPr>
          <p:cNvSpPr txBox="1"/>
          <p:nvPr/>
        </p:nvSpPr>
        <p:spPr>
          <a:xfrm>
            <a:off x="10482821" y="3314867"/>
            <a:ext cx="55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49B589-CBB8-C23A-5138-D74D2F07DAD7}"/>
              </a:ext>
            </a:extLst>
          </p:cNvPr>
          <p:cNvSpPr txBox="1"/>
          <p:nvPr/>
        </p:nvSpPr>
        <p:spPr>
          <a:xfrm>
            <a:off x="10482821" y="3750424"/>
            <a:ext cx="55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are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D66ED7-B35E-B820-B802-3F996FB4212C}"/>
              </a:ext>
            </a:extLst>
          </p:cNvPr>
          <p:cNvSpPr txBox="1"/>
          <p:nvPr/>
        </p:nvSpPr>
        <p:spPr>
          <a:xfrm>
            <a:off x="10641519" y="4182057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FF538C-1609-A561-9506-24FC4C485E37}"/>
              </a:ext>
            </a:extLst>
          </p:cNvPr>
          <p:cNvSpPr txBox="1"/>
          <p:nvPr/>
        </p:nvSpPr>
        <p:spPr>
          <a:xfrm>
            <a:off x="10482821" y="4613690"/>
            <a:ext cx="55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are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A4F898-1780-EB55-F17D-7E1E3697AF8B}"/>
              </a:ext>
            </a:extLst>
          </p:cNvPr>
          <p:cNvSpPr txBox="1"/>
          <p:nvPr/>
        </p:nvSpPr>
        <p:spPr>
          <a:xfrm>
            <a:off x="10641518" y="5045323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is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A0FAA8-F591-3AC0-25EB-5B74603582DC}"/>
              </a:ext>
            </a:extLst>
          </p:cNvPr>
          <p:cNvSpPr txBox="1"/>
          <p:nvPr/>
        </p:nvSpPr>
        <p:spPr>
          <a:xfrm>
            <a:off x="10482820" y="5476956"/>
            <a:ext cx="55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are</a:t>
            </a:r>
          </a:p>
        </p:txBody>
      </p:sp>
    </p:spTree>
    <p:extLst>
      <p:ext uri="{BB962C8B-B14F-4D97-AF65-F5344CB8AC3E}">
        <p14:creationId xmlns:p14="http://schemas.microsoft.com/office/powerpoint/2010/main" val="114844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0AA3B-CAE8-4C15-75F6-2856510AA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24AC233-98DE-72F5-E9DC-5E3CEB479A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2217453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722117" imgH="8825968" progId="">
                  <p:embed/>
                </p:oleObj>
              </mc:Choice>
              <mc:Fallback>
                <p:oleObj r:id="rId2" imgW="15722117" imgH="8825968" progId="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85E7B18D-D649-7D9E-BFA0-919E743A3D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217453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0BC63F6-814D-FFD0-8327-8A92FE529055}"/>
              </a:ext>
            </a:extLst>
          </p:cNvPr>
          <p:cNvSpPr txBox="1"/>
          <p:nvPr/>
        </p:nvSpPr>
        <p:spPr>
          <a:xfrm>
            <a:off x="266388" y="108575"/>
            <a:ext cx="31502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OhChewy" panose="02000503050000020003" pitchFamily="2" charset="0"/>
                <a:cs typeface="Fredoka" pitchFamily="2" charset="-79"/>
              </a:rPr>
              <a:t>Exercise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520D06-12DA-59B8-4418-45645694A04C}"/>
              </a:ext>
            </a:extLst>
          </p:cNvPr>
          <p:cNvSpPr txBox="1"/>
          <p:nvPr/>
        </p:nvSpPr>
        <p:spPr>
          <a:xfrm>
            <a:off x="466459" y="1370459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9415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Simple Past Tense.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0261347-BAD3-1A9F-2C97-6F40E364065A}"/>
              </a:ext>
            </a:extLst>
          </p:cNvPr>
          <p:cNvSpPr/>
          <p:nvPr/>
        </p:nvSpPr>
        <p:spPr>
          <a:xfrm>
            <a:off x="590550" y="2052983"/>
            <a:ext cx="11010900" cy="4307159"/>
          </a:xfrm>
          <a:prstGeom prst="roundRect">
            <a:avLst/>
          </a:prstGeom>
          <a:solidFill>
            <a:srgbClr val="F4F1EC"/>
          </a:solidFill>
          <a:ln w="127000">
            <a:solidFill>
              <a:srgbClr val="DFD6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67541A-4650-C053-E373-D0998F5B1321}"/>
              </a:ext>
            </a:extLst>
          </p:cNvPr>
          <p:cNvSpPr txBox="1"/>
          <p:nvPr/>
        </p:nvSpPr>
        <p:spPr>
          <a:xfrm>
            <a:off x="990600" y="2447677"/>
            <a:ext cx="3486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1. I ___ my lunch at 1 PM. (have)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0E007-5B31-79FC-B4AF-06E480E88B4B}"/>
              </a:ext>
            </a:extLst>
          </p:cNvPr>
          <p:cNvSpPr txBox="1"/>
          <p:nvPr/>
        </p:nvSpPr>
        <p:spPr>
          <a:xfrm>
            <a:off x="990600" y="2881272"/>
            <a:ext cx="5363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2. She ___ a beautiful picture yesterday. (paint)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DBC0A-759E-BF52-3FD0-1D319B34618A}"/>
              </a:ext>
            </a:extLst>
          </p:cNvPr>
          <p:cNvSpPr txBox="1"/>
          <p:nvPr/>
        </p:nvSpPr>
        <p:spPr>
          <a:xfrm>
            <a:off x="990600" y="3314867"/>
            <a:ext cx="4275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3. We ___ to the zoo last weekend. (go)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309047-9877-A7B3-C87B-EB3A5EE8CFBF}"/>
              </a:ext>
            </a:extLst>
          </p:cNvPr>
          <p:cNvSpPr txBox="1"/>
          <p:nvPr/>
        </p:nvSpPr>
        <p:spPr>
          <a:xfrm>
            <a:off x="990600" y="3748462"/>
            <a:ext cx="4459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4. He ___ the door before he left. (close)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EEDE1D-2761-B3F6-497E-7C6769F8E729}"/>
              </a:ext>
            </a:extLst>
          </p:cNvPr>
          <p:cNvSpPr txBox="1"/>
          <p:nvPr/>
        </p:nvSpPr>
        <p:spPr>
          <a:xfrm>
            <a:off x="990600" y="4182057"/>
            <a:ext cx="4488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5. They ___ a new game last night. (play)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3E920-7688-AF53-1FEA-1C7508A3FDD3}"/>
              </a:ext>
            </a:extLst>
          </p:cNvPr>
          <p:cNvSpPr txBox="1"/>
          <p:nvPr/>
        </p:nvSpPr>
        <p:spPr>
          <a:xfrm>
            <a:off x="990600" y="4615652"/>
            <a:ext cx="4830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6. My dad ___ me with my homework. (help)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4C4CE6-0DA9-297A-F8DE-CD147F56B137}"/>
              </a:ext>
            </a:extLst>
          </p:cNvPr>
          <p:cNvSpPr txBox="1"/>
          <p:nvPr/>
        </p:nvSpPr>
        <p:spPr>
          <a:xfrm>
            <a:off x="990600" y="5049247"/>
            <a:ext cx="4851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7. The dog ___ loudly at the mailman. (bark)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873883-03F2-B6CC-A749-50FEEEA93FC0}"/>
              </a:ext>
            </a:extLst>
          </p:cNvPr>
          <p:cNvSpPr txBox="1"/>
          <p:nvPr/>
        </p:nvSpPr>
        <p:spPr>
          <a:xfrm>
            <a:off x="990600" y="5482842"/>
            <a:ext cx="440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8. We ___ a movie after dinner. (watch)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F68195-E16D-DB42-96FF-BEDB0BB3B3FB}"/>
              </a:ext>
            </a:extLst>
          </p:cNvPr>
          <p:cNvSpPr txBox="1"/>
          <p:nvPr/>
        </p:nvSpPr>
        <p:spPr>
          <a:xfrm>
            <a:off x="10495647" y="2447677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C11314-EAC4-837C-3672-D3C003DEE6B1}"/>
              </a:ext>
            </a:extLst>
          </p:cNvPr>
          <p:cNvSpPr txBox="1"/>
          <p:nvPr/>
        </p:nvSpPr>
        <p:spPr>
          <a:xfrm>
            <a:off x="10001923" y="2881272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painted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26A0CD-1921-E992-687C-B0B0371EEF11}"/>
              </a:ext>
            </a:extLst>
          </p:cNvPr>
          <p:cNvSpPr txBox="1"/>
          <p:nvPr/>
        </p:nvSpPr>
        <p:spPr>
          <a:xfrm>
            <a:off x="10311301" y="3314867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went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8F5DA7-6D6F-7BCE-5687-C9F94C01CB2E}"/>
              </a:ext>
            </a:extLst>
          </p:cNvPr>
          <p:cNvSpPr txBox="1"/>
          <p:nvPr/>
        </p:nvSpPr>
        <p:spPr>
          <a:xfrm>
            <a:off x="10146191" y="3750424"/>
            <a:ext cx="893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closed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322BBB-72E5-AA5D-B822-BE1D603F7815}"/>
              </a:ext>
            </a:extLst>
          </p:cNvPr>
          <p:cNvSpPr txBox="1"/>
          <p:nvPr/>
        </p:nvSpPr>
        <p:spPr>
          <a:xfrm>
            <a:off x="10126955" y="4182057"/>
            <a:ext cx="912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played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D50288-9362-00C7-4CF9-020D48B07F36}"/>
              </a:ext>
            </a:extLst>
          </p:cNvPr>
          <p:cNvSpPr txBox="1"/>
          <p:nvPr/>
        </p:nvSpPr>
        <p:spPr>
          <a:xfrm>
            <a:off x="10123749" y="4613690"/>
            <a:ext cx="915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helped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1DC44B-1CE1-4AE6-93FE-ED5A6E1FDF32}"/>
              </a:ext>
            </a:extLst>
          </p:cNvPr>
          <p:cNvSpPr txBox="1"/>
          <p:nvPr/>
        </p:nvSpPr>
        <p:spPr>
          <a:xfrm>
            <a:off x="10090085" y="5045323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barked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FAD0AE-5DDB-8E3A-4663-C71A2557F9B2}"/>
              </a:ext>
            </a:extLst>
          </p:cNvPr>
          <p:cNvSpPr txBox="1"/>
          <p:nvPr/>
        </p:nvSpPr>
        <p:spPr>
          <a:xfrm>
            <a:off x="9928182" y="5476956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watched</a:t>
            </a:r>
          </a:p>
        </p:txBody>
      </p:sp>
    </p:spTree>
    <p:extLst>
      <p:ext uri="{BB962C8B-B14F-4D97-AF65-F5344CB8AC3E}">
        <p14:creationId xmlns:p14="http://schemas.microsoft.com/office/powerpoint/2010/main" val="215349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22CD6-05DE-C399-441F-2101E3A9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6A46A18-9F6D-D08D-7077-A26EE7B371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2217453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722117" imgH="8825968" progId="">
                  <p:embed/>
                </p:oleObj>
              </mc:Choice>
              <mc:Fallback>
                <p:oleObj r:id="rId3" imgW="15722117" imgH="8825968" progId="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824AC233-98DE-72F5-E9DC-5E3CEB479A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217453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DCAAF33-6780-C3C5-81B6-1FA38E300664}"/>
              </a:ext>
            </a:extLst>
          </p:cNvPr>
          <p:cNvSpPr txBox="1"/>
          <p:nvPr/>
        </p:nvSpPr>
        <p:spPr>
          <a:xfrm>
            <a:off x="266388" y="108575"/>
            <a:ext cx="31502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OhChewy" panose="02000503050000020003" pitchFamily="2" charset="0"/>
                <a:cs typeface="Fredoka" pitchFamily="2" charset="-79"/>
              </a:rPr>
              <a:t>Exercise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D9FD36-C4AB-58C8-9D4C-ECC69204CEC0}"/>
              </a:ext>
            </a:extLst>
          </p:cNvPr>
          <p:cNvSpPr txBox="1"/>
          <p:nvPr/>
        </p:nvSpPr>
        <p:spPr>
          <a:xfrm>
            <a:off x="466459" y="1370459"/>
            <a:ext cx="3025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79415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Regular </a:t>
            </a:r>
            <a:r>
              <a:rPr lang="en-US">
                <a:solidFill>
                  <a:srgbClr val="279415"/>
                </a:solidFill>
                <a:latin typeface="Roboto Flex ExtraBold" panose="02000000000000000000" pitchFamily="2" charset="0"/>
                <a:ea typeface="Roboto Flex ExtraBold" panose="02000000000000000000" pitchFamily="2" charset="0"/>
              </a:rPr>
              <a:t>&amp; Irregular Verbs.</a:t>
            </a:r>
            <a:endParaRPr lang="en-US" dirty="0">
              <a:solidFill>
                <a:srgbClr val="279415"/>
              </a:solidFill>
              <a:latin typeface="Roboto Flex ExtraBold" panose="02000000000000000000" pitchFamily="2" charset="0"/>
              <a:ea typeface="Roboto Flex ExtraBold" panose="02000000000000000000" pitchFamily="2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D0DDCDB-AEA2-C2F0-FBFB-7FDEF0CE1876}"/>
              </a:ext>
            </a:extLst>
          </p:cNvPr>
          <p:cNvSpPr/>
          <p:nvPr/>
        </p:nvSpPr>
        <p:spPr>
          <a:xfrm>
            <a:off x="590550" y="2052983"/>
            <a:ext cx="11010900" cy="4307159"/>
          </a:xfrm>
          <a:prstGeom prst="roundRect">
            <a:avLst/>
          </a:prstGeom>
          <a:solidFill>
            <a:srgbClr val="F4F1EC"/>
          </a:solidFill>
          <a:ln w="127000">
            <a:solidFill>
              <a:srgbClr val="DFD6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0D9E31-07B7-26DB-7960-90944223D34C}"/>
              </a:ext>
            </a:extLst>
          </p:cNvPr>
          <p:cNvSpPr txBox="1"/>
          <p:nvPr/>
        </p:nvSpPr>
        <p:spPr>
          <a:xfrm>
            <a:off x="990600" y="2447677"/>
            <a:ext cx="4349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1. What is the past tense of </a:t>
            </a:r>
            <a:r>
              <a:rPr lang="en-US" b="1" dirty="0">
                <a:latin typeface="CA YoshiroTRIAL" pitchFamily="50" charset="0"/>
              </a:rPr>
              <a:t>jump</a:t>
            </a:r>
            <a:r>
              <a:rPr lang="en-US" dirty="0">
                <a:latin typeface="CA YoshiroTRIAL" pitchFamily="50" charset="0"/>
              </a:rPr>
              <a:t>?		</a:t>
            </a:r>
            <a:endParaRPr lang="en-US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A0E871-2348-A876-9D4E-10971EC71159}"/>
              </a:ext>
            </a:extLst>
          </p:cNvPr>
          <p:cNvSpPr txBox="1"/>
          <p:nvPr/>
        </p:nvSpPr>
        <p:spPr>
          <a:xfrm>
            <a:off x="990600" y="2881272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2. What is the past tense of </a:t>
            </a:r>
            <a:r>
              <a:rPr lang="en-US" b="1" dirty="0">
                <a:latin typeface="CA YoshiroTRIAL" pitchFamily="50" charset="0"/>
              </a:rPr>
              <a:t>run</a:t>
            </a:r>
            <a:r>
              <a:rPr lang="en-US" dirty="0">
                <a:latin typeface="CA YoshiroTRIAL" pitchFamily="50" charset="0"/>
              </a:rPr>
              <a:t>?		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69F0BE-C3C0-761F-97CB-ABC88C07822F}"/>
              </a:ext>
            </a:extLst>
          </p:cNvPr>
          <p:cNvSpPr txBox="1"/>
          <p:nvPr/>
        </p:nvSpPr>
        <p:spPr>
          <a:xfrm>
            <a:off x="990600" y="3314867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3.What is the past tense of </a:t>
            </a:r>
            <a:r>
              <a:rPr lang="en-US" b="1" dirty="0">
                <a:latin typeface="CA YoshiroTRIAL" pitchFamily="50" charset="0"/>
              </a:rPr>
              <a:t>clean</a:t>
            </a:r>
            <a:r>
              <a:rPr lang="en-US" dirty="0">
                <a:latin typeface="CA YoshiroTRIAL" pitchFamily="50" charset="0"/>
              </a:rPr>
              <a:t>?	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A5F408-DDFC-ECA8-DC65-9F240CF418FB}"/>
              </a:ext>
            </a:extLst>
          </p:cNvPr>
          <p:cNvSpPr txBox="1"/>
          <p:nvPr/>
        </p:nvSpPr>
        <p:spPr>
          <a:xfrm>
            <a:off x="990600" y="3748462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4. What is the past tense of </a:t>
            </a:r>
            <a:r>
              <a:rPr lang="en-US" b="1" dirty="0">
                <a:latin typeface="CA YoshiroTRIAL" pitchFamily="50" charset="0"/>
              </a:rPr>
              <a:t>fly</a:t>
            </a:r>
            <a:r>
              <a:rPr lang="en-US" dirty="0">
                <a:latin typeface="CA YoshiroTRIAL" pitchFamily="50" charset="0"/>
              </a:rPr>
              <a:t>?		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E60FF5-116F-3DE7-9FB2-056021390E60}"/>
              </a:ext>
            </a:extLst>
          </p:cNvPr>
          <p:cNvSpPr txBox="1"/>
          <p:nvPr/>
        </p:nvSpPr>
        <p:spPr>
          <a:xfrm>
            <a:off x="990600" y="4182057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5. What is the past tense of </a:t>
            </a:r>
            <a:r>
              <a:rPr lang="en-US" b="1" dirty="0">
                <a:latin typeface="CA YoshiroTRIAL" pitchFamily="50" charset="0"/>
              </a:rPr>
              <a:t>laugh</a:t>
            </a:r>
            <a:r>
              <a:rPr lang="en-US" dirty="0">
                <a:latin typeface="CA YoshiroTRIAL" pitchFamily="50" charset="0"/>
              </a:rPr>
              <a:t>?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C7D6D7-F2FA-882F-EF20-0EA1C3C16E66}"/>
              </a:ext>
            </a:extLst>
          </p:cNvPr>
          <p:cNvSpPr txBox="1"/>
          <p:nvPr/>
        </p:nvSpPr>
        <p:spPr>
          <a:xfrm>
            <a:off x="990600" y="4615652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6. What is the past tense of </a:t>
            </a:r>
            <a:r>
              <a:rPr lang="en-US" b="1" dirty="0">
                <a:latin typeface="CA YoshiroTRIAL" pitchFamily="50" charset="0"/>
              </a:rPr>
              <a:t>eat</a:t>
            </a:r>
            <a:r>
              <a:rPr lang="en-US" dirty="0">
                <a:latin typeface="CA YoshiroTRIAL" pitchFamily="50" charset="0"/>
              </a:rPr>
              <a:t>?		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8DFF0A-1EF8-53B5-7CAB-29F9347186ED}"/>
              </a:ext>
            </a:extLst>
          </p:cNvPr>
          <p:cNvSpPr txBox="1"/>
          <p:nvPr/>
        </p:nvSpPr>
        <p:spPr>
          <a:xfrm>
            <a:off x="990600" y="5049247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7. What is the past tense of </a:t>
            </a:r>
            <a:r>
              <a:rPr lang="en-US" b="1" dirty="0">
                <a:latin typeface="CA YoshiroTRIAL" pitchFamily="50" charset="0"/>
              </a:rPr>
              <a:t>walk</a:t>
            </a:r>
            <a:r>
              <a:rPr lang="en-US" dirty="0">
                <a:latin typeface="CA YoshiroTRIAL" pitchFamily="50" charset="0"/>
              </a:rPr>
              <a:t>?		</a:t>
            </a:r>
            <a:endParaRPr lang="en-US" b="1" dirty="0">
              <a:latin typeface="CA YoshiroTRIAL" pitchFamily="50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583812-175D-4EB5-BBEB-A523DC86C1B0}"/>
              </a:ext>
            </a:extLst>
          </p:cNvPr>
          <p:cNvSpPr txBox="1"/>
          <p:nvPr/>
        </p:nvSpPr>
        <p:spPr>
          <a:xfrm>
            <a:off x="990600" y="5482842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 YoshiroTRIAL" pitchFamily="50" charset="0"/>
              </a:rPr>
              <a:t>8. What is the past tense of </a:t>
            </a:r>
            <a:r>
              <a:rPr lang="en-US" b="1" dirty="0">
                <a:latin typeface="CA YoshiroTRIAL" pitchFamily="50" charset="0"/>
              </a:rPr>
              <a:t>see</a:t>
            </a:r>
            <a:r>
              <a:rPr lang="en-US" dirty="0">
                <a:latin typeface="CA YoshiroTRIAL" pitchFamily="50" charset="0"/>
              </a:rPr>
              <a:t>?		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D62376-BA51-FB91-0DAC-1781B6EF4AE5}"/>
              </a:ext>
            </a:extLst>
          </p:cNvPr>
          <p:cNvSpPr txBox="1"/>
          <p:nvPr/>
        </p:nvSpPr>
        <p:spPr>
          <a:xfrm>
            <a:off x="5600700" y="2437567"/>
            <a:ext cx="3692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| </a:t>
            </a:r>
            <a:r>
              <a:rPr lang="en-US" dirty="0">
                <a:solidFill>
                  <a:srgbClr val="C00000"/>
                </a:solidFill>
                <a:latin typeface="CA YoshiroTRIAL" pitchFamily="50" charset="0"/>
              </a:rPr>
              <a:t>jump</a:t>
            </a:r>
            <a:r>
              <a:rPr lang="en-US" dirty="0">
                <a:latin typeface="+mj-lt"/>
              </a:rPr>
              <a:t> | </a:t>
            </a:r>
            <a:r>
              <a:rPr lang="en-US" dirty="0">
                <a:solidFill>
                  <a:srgbClr val="C00000"/>
                </a:solidFill>
                <a:latin typeface="CA YoshiroTRIAL" pitchFamily="50" charset="0"/>
              </a:rPr>
              <a:t>jumping</a:t>
            </a:r>
            <a:r>
              <a:rPr lang="en-US" dirty="0">
                <a:latin typeface="+mj-lt"/>
              </a:rPr>
              <a:t> | </a:t>
            </a:r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jumped</a:t>
            </a:r>
            <a:r>
              <a:rPr lang="en-US" dirty="0">
                <a:latin typeface="+mj-lt"/>
              </a:rPr>
              <a:t> | </a:t>
            </a:r>
            <a:r>
              <a:rPr lang="en-US" dirty="0" err="1">
                <a:solidFill>
                  <a:srgbClr val="C00000"/>
                </a:solidFill>
                <a:latin typeface="CA YoshiroTRIAL" pitchFamily="50" charset="0"/>
              </a:rPr>
              <a:t>jumpt</a:t>
            </a:r>
            <a:r>
              <a:rPr lang="en-US" dirty="0">
                <a:latin typeface="+mj-lt"/>
              </a:rPr>
              <a:t> |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16BF4C-6802-E0CB-6781-8638C914FE4F}"/>
              </a:ext>
            </a:extLst>
          </p:cNvPr>
          <p:cNvSpPr txBox="1"/>
          <p:nvPr/>
        </p:nvSpPr>
        <p:spPr>
          <a:xfrm>
            <a:off x="5600700" y="2881272"/>
            <a:ext cx="6261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CA YoshiroTRIAL" pitchFamily="50" charset="0"/>
              </a:rPr>
              <a:t>runned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|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ran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|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solidFill>
                  <a:srgbClr val="C00000"/>
                </a:solidFill>
                <a:latin typeface="CA YoshiroTRIAL" pitchFamily="50" charset="0"/>
              </a:rPr>
              <a:t>run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|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solidFill>
                  <a:srgbClr val="C00000"/>
                </a:solidFill>
                <a:latin typeface="CA YoshiroTRIAL" pitchFamily="50" charset="0"/>
              </a:rPr>
              <a:t>running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|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69DDBE-522A-96E0-B9B5-517AEB6DEFA7}"/>
              </a:ext>
            </a:extLst>
          </p:cNvPr>
          <p:cNvSpPr txBox="1"/>
          <p:nvPr/>
        </p:nvSpPr>
        <p:spPr>
          <a:xfrm>
            <a:off x="5600700" y="3304757"/>
            <a:ext cx="6259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cleaned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|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CA YoshiroTRIAL" pitchFamily="50" charset="0"/>
              </a:rPr>
              <a:t>cleant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|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CA YoshiroTRIAL" pitchFamily="50" charset="0"/>
              </a:rPr>
              <a:t>clened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|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solidFill>
                  <a:srgbClr val="C00000"/>
                </a:solidFill>
                <a:latin typeface="CA YoshiroTRIAL" pitchFamily="50" charset="0"/>
              </a:rPr>
              <a:t>cleaning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|</a:t>
            </a:r>
            <a:r>
              <a:rPr lang="en-US" dirty="0">
                <a:latin typeface="+mj-lt"/>
              </a:rPr>
              <a:t> 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56D3FE-43E2-F930-B405-2CD55E0458E8}"/>
              </a:ext>
            </a:extLst>
          </p:cNvPr>
          <p:cNvSpPr txBox="1"/>
          <p:nvPr/>
        </p:nvSpPr>
        <p:spPr>
          <a:xfrm>
            <a:off x="5600700" y="3758572"/>
            <a:ext cx="6259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|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solidFill>
                  <a:srgbClr val="C00000"/>
                </a:solidFill>
                <a:latin typeface="CA YoshiroTRIAL" pitchFamily="50" charset="0"/>
              </a:rPr>
              <a:t>flied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|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flew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|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solidFill>
                  <a:srgbClr val="C00000"/>
                </a:solidFill>
                <a:latin typeface="CA YoshiroTRIAL" pitchFamily="50" charset="0"/>
              </a:rPr>
              <a:t>flying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|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CA YoshiroTRIAL" pitchFamily="50" charset="0"/>
              </a:rPr>
              <a:t>flyed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|</a:t>
            </a:r>
            <a:r>
              <a:rPr lang="en-US" dirty="0">
                <a:latin typeface="+mj-lt"/>
              </a:rPr>
              <a:t> 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DCC16D-49FD-5BE1-573B-005800C0E336}"/>
              </a:ext>
            </a:extLst>
          </p:cNvPr>
          <p:cNvSpPr txBox="1"/>
          <p:nvPr/>
        </p:nvSpPr>
        <p:spPr>
          <a:xfrm>
            <a:off x="5600700" y="4171947"/>
            <a:ext cx="6259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| </a:t>
            </a:r>
            <a:r>
              <a:rPr lang="en-US" dirty="0">
                <a:solidFill>
                  <a:srgbClr val="C00000"/>
                </a:solidFill>
                <a:latin typeface="CA YoshiroTRIAL" pitchFamily="50" charset="0"/>
              </a:rPr>
              <a:t>laugh</a:t>
            </a:r>
            <a:r>
              <a:rPr lang="en-US" dirty="0">
                <a:latin typeface="+mj-lt"/>
              </a:rPr>
              <a:t> | </a:t>
            </a:r>
            <a:r>
              <a:rPr lang="en-US" dirty="0" err="1">
                <a:solidFill>
                  <a:srgbClr val="C00000"/>
                </a:solidFill>
                <a:latin typeface="CA YoshiroTRIAL" pitchFamily="50" charset="0"/>
              </a:rPr>
              <a:t>laught</a:t>
            </a:r>
            <a:r>
              <a:rPr lang="en-US" dirty="0">
                <a:latin typeface="+mj-lt"/>
              </a:rPr>
              <a:t> | </a:t>
            </a:r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laughed</a:t>
            </a:r>
            <a:r>
              <a:rPr lang="en-US" dirty="0">
                <a:latin typeface="+mj-lt"/>
              </a:rPr>
              <a:t> | </a:t>
            </a:r>
            <a:r>
              <a:rPr lang="en-US" dirty="0">
                <a:solidFill>
                  <a:srgbClr val="C00000"/>
                </a:solidFill>
                <a:latin typeface="CA YoshiroTRIAL" pitchFamily="50" charset="0"/>
              </a:rPr>
              <a:t>laughing</a:t>
            </a:r>
            <a:r>
              <a:rPr lang="en-US" dirty="0">
                <a:latin typeface="+mj-lt"/>
              </a:rPr>
              <a:t> |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F1818A-E1DC-93E0-4F7B-D881B4082ED3}"/>
              </a:ext>
            </a:extLst>
          </p:cNvPr>
          <p:cNvSpPr txBox="1"/>
          <p:nvPr/>
        </p:nvSpPr>
        <p:spPr>
          <a:xfrm>
            <a:off x="5600700" y="4625762"/>
            <a:ext cx="6259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| </a:t>
            </a:r>
            <a:r>
              <a:rPr lang="en-US" dirty="0" err="1">
                <a:solidFill>
                  <a:srgbClr val="C00000"/>
                </a:solidFill>
                <a:latin typeface="CA YoshiroTRIAL" pitchFamily="50" charset="0"/>
              </a:rPr>
              <a:t>eated</a:t>
            </a:r>
            <a:r>
              <a:rPr lang="en-US" dirty="0">
                <a:latin typeface="+mj-lt"/>
              </a:rPr>
              <a:t> | </a:t>
            </a:r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ate</a:t>
            </a:r>
            <a:r>
              <a:rPr lang="en-US" dirty="0">
                <a:latin typeface="+mj-lt"/>
              </a:rPr>
              <a:t> | </a:t>
            </a:r>
            <a:r>
              <a:rPr lang="en-US" dirty="0">
                <a:solidFill>
                  <a:srgbClr val="C00000"/>
                </a:solidFill>
                <a:latin typeface="CA YoshiroTRIAL" pitchFamily="50" charset="0"/>
              </a:rPr>
              <a:t>eaten</a:t>
            </a:r>
            <a:r>
              <a:rPr lang="en-US" dirty="0">
                <a:latin typeface="+mj-lt"/>
              </a:rPr>
              <a:t> | </a:t>
            </a:r>
            <a:r>
              <a:rPr lang="en-US" dirty="0">
                <a:solidFill>
                  <a:srgbClr val="C00000"/>
                </a:solidFill>
                <a:latin typeface="CA YoshiroTRIAL" pitchFamily="50" charset="0"/>
              </a:rPr>
              <a:t>eating</a:t>
            </a:r>
            <a:r>
              <a:rPr lang="en-US" dirty="0">
                <a:latin typeface="+mj-lt"/>
              </a:rPr>
              <a:t> |</a:t>
            </a:r>
            <a:endParaRPr lang="en-US" dirty="0">
              <a:latin typeface="CA YoshiroTRIAL" pitchFamily="50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BEAA3F-1ADD-1EB0-3FB8-91D017CAAAD7}"/>
              </a:ext>
            </a:extLst>
          </p:cNvPr>
          <p:cNvSpPr txBox="1"/>
          <p:nvPr/>
        </p:nvSpPr>
        <p:spPr>
          <a:xfrm>
            <a:off x="5600700" y="5059357"/>
            <a:ext cx="6259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| </a:t>
            </a:r>
            <a:r>
              <a:rPr lang="en-US" dirty="0" err="1">
                <a:solidFill>
                  <a:srgbClr val="C00000"/>
                </a:solidFill>
                <a:latin typeface="CA YoshiroTRIAL" pitchFamily="50" charset="0"/>
              </a:rPr>
              <a:t>walkt</a:t>
            </a:r>
            <a:r>
              <a:rPr lang="en-US" dirty="0">
                <a:latin typeface="+mj-lt"/>
              </a:rPr>
              <a:t> | </a:t>
            </a:r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walked</a:t>
            </a:r>
            <a:r>
              <a:rPr lang="en-US" dirty="0">
                <a:latin typeface="+mj-lt"/>
              </a:rPr>
              <a:t> | </a:t>
            </a:r>
            <a:r>
              <a:rPr lang="en-US" dirty="0" err="1">
                <a:solidFill>
                  <a:srgbClr val="C00000"/>
                </a:solidFill>
                <a:latin typeface="CA YoshiroTRIAL" pitchFamily="50" charset="0"/>
              </a:rPr>
              <a:t>walken</a:t>
            </a:r>
            <a:r>
              <a:rPr lang="en-US" dirty="0">
                <a:latin typeface="+mj-lt"/>
              </a:rPr>
              <a:t> | </a:t>
            </a:r>
            <a:r>
              <a:rPr lang="en-US" dirty="0">
                <a:solidFill>
                  <a:srgbClr val="C00000"/>
                </a:solidFill>
                <a:latin typeface="CA YoshiroTRIAL" pitchFamily="50" charset="0"/>
              </a:rPr>
              <a:t>walking</a:t>
            </a:r>
            <a:r>
              <a:rPr lang="en-US" dirty="0">
                <a:latin typeface="+mj-lt"/>
              </a:rPr>
              <a:t> |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AB2157-4170-E83A-4FC9-77426721A850}"/>
              </a:ext>
            </a:extLst>
          </p:cNvPr>
          <p:cNvSpPr txBox="1"/>
          <p:nvPr/>
        </p:nvSpPr>
        <p:spPr>
          <a:xfrm>
            <a:off x="5600700" y="5472732"/>
            <a:ext cx="6259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| </a:t>
            </a:r>
            <a:r>
              <a:rPr lang="en-US" dirty="0">
                <a:solidFill>
                  <a:srgbClr val="C00000"/>
                </a:solidFill>
                <a:latin typeface="CA YoshiroTRIAL" pitchFamily="50" charset="0"/>
              </a:rPr>
              <a:t>seed</a:t>
            </a:r>
            <a:r>
              <a:rPr lang="en-US" dirty="0">
                <a:latin typeface="+mj-lt"/>
              </a:rPr>
              <a:t> | </a:t>
            </a:r>
            <a:r>
              <a:rPr lang="en-US" dirty="0">
                <a:solidFill>
                  <a:srgbClr val="C00000"/>
                </a:solidFill>
                <a:latin typeface="CA YoshiroTRIAL" pitchFamily="50" charset="0"/>
              </a:rPr>
              <a:t>seen</a:t>
            </a:r>
            <a:r>
              <a:rPr lang="en-US" dirty="0">
                <a:latin typeface="+mj-lt"/>
              </a:rPr>
              <a:t> | </a:t>
            </a:r>
            <a:r>
              <a:rPr lang="en-US" dirty="0">
                <a:solidFill>
                  <a:srgbClr val="279415"/>
                </a:solidFill>
                <a:latin typeface="CA YoshiroTRIAL" pitchFamily="50" charset="0"/>
              </a:rPr>
              <a:t>saw</a:t>
            </a:r>
            <a:r>
              <a:rPr lang="en-US" dirty="0">
                <a:latin typeface="+mj-lt"/>
              </a:rPr>
              <a:t> | </a:t>
            </a:r>
            <a:r>
              <a:rPr lang="en-US" dirty="0">
                <a:solidFill>
                  <a:srgbClr val="C00000"/>
                </a:solidFill>
                <a:latin typeface="CA YoshiroTRIAL" pitchFamily="50" charset="0"/>
              </a:rPr>
              <a:t>see</a:t>
            </a:r>
            <a:r>
              <a:rPr lang="en-US" dirty="0">
                <a:latin typeface="+mj-lt"/>
              </a:rPr>
              <a:t> |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76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4" grpId="0"/>
      <p:bldP spid="26" grpId="0"/>
      <p:bldP spid="28" grpId="0"/>
      <p:bldP spid="30" grpId="0"/>
      <p:bldP spid="32" grpId="0"/>
      <p:bldP spid="34" grpId="0"/>
      <p:bldP spid="3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888</Words>
  <Application>Microsoft Office PowerPoint</Application>
  <PresentationFormat>Widescreen</PresentationFormat>
  <Paragraphs>167</Paragraphs>
  <Slides>10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Cherry Bomb One</vt:lpstr>
      <vt:lpstr>Aptos</vt:lpstr>
      <vt:lpstr>Aptos Display</vt:lpstr>
      <vt:lpstr>Arial</vt:lpstr>
      <vt:lpstr>CA YoshiroTRIAL</vt:lpstr>
      <vt:lpstr>Fredoka</vt:lpstr>
      <vt:lpstr>Irish Grover</vt:lpstr>
      <vt:lpstr>OhChewy</vt:lpstr>
      <vt:lpstr>Roboto Flex</vt:lpstr>
      <vt:lpstr>Roboto Flex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ntrk ⠀</dc:creator>
  <cp:lastModifiedBy>ntrk ⠀</cp:lastModifiedBy>
  <cp:revision>18</cp:revision>
  <dcterms:created xsi:type="dcterms:W3CDTF">2025-05-02T13:41:30Z</dcterms:created>
  <dcterms:modified xsi:type="dcterms:W3CDTF">2025-05-28T14:34:37Z</dcterms:modified>
</cp:coreProperties>
</file>