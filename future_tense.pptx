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C1C6-F87A-D741-5A6D-A88C38413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052D1-BFAF-B9A1-88D7-3F84BAA24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7A8C9-CCC6-B782-43E5-3D8E9DAE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6999-2418-F997-2496-F51E6008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525B7-EC39-3A90-2718-E1AF6FD02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3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A1BB-1F66-3120-A374-4F921093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9E7E-93CF-DEEF-B38A-EB05C6D5E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2B8DD-64F6-C701-9E37-0F3CD4EC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9F86E-A54C-5A7D-75EA-7070BF46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0D1BF-DC8E-1523-9794-1BFAA124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78EE-A66D-3464-0C75-71A5E95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21B10-5DC8-FD2E-A8BE-B6F80A062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59BEC-4C58-0FC2-75D4-2A171E67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B7A7-270B-7482-3F89-9576E423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CC74-6C45-7771-19E3-599F0BAD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7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3DEE-0238-7177-92FE-1CFB7B80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4FC47-40F1-2E38-E6A4-60F78268F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DE819-6FCB-A972-F09A-3CAEF7A17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25C9-17EA-2ACC-B9A3-CC6DDF2E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59398-B665-A54F-04E7-E0E27FA4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6DEF1-960D-83EA-F171-6C50D5EA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AF25-B474-BEC3-4673-9585B9DB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071A-814E-A3E7-6C7D-7889F4FB1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432E8-D419-9C27-D43C-D82A7F30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D4A-BC68-4759-DF68-AD14610DD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685BA-9C32-9FA3-5434-A6E826CF4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897BA-5BED-5ED2-9BA8-2AED4D32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24722-9468-DFF7-ED63-1A43B046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7EE69-4BD1-4778-7AD5-AC0600C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4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9F78-0CD8-B96D-359F-5D7B30BF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FFE11-EAED-E96A-0A2F-F0FF8056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994D3-F57C-A063-DC86-DB0F78FB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3B52E-E895-133E-A0E3-1652CE9A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09ECC-A5E7-7C31-3551-625C3318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820FE-7FAA-42E7-A20C-60F64B5E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68A54-EB93-217E-FCDE-A0459AC8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2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70A3-3013-4F69-8D1C-8EE17916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AFE8-0549-0565-FEF8-353957BD3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0C834-B30C-3F57-7D17-08FECC408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2D116-B050-54D9-879B-D43A73D7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F1E66-E5FF-2EDA-4C1D-D0B8BFD4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B89CE-B71F-4613-1DC8-CC5FA9DB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3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3244-5505-6F51-91F6-1E6335F2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20FC5-A99F-617D-4ABB-60C66DB31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F30F0-B007-46C6-63AE-6BB32937D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76355-8B81-2D96-7AE0-2E951D37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BCB1E-15D0-5B1E-A353-04A860E7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9BBAF-C417-0187-217D-0C901400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61D4-6C13-A41D-D2AF-E807F4E6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F281F-6209-DF0A-913A-01C6DF69D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30F5-5407-5738-CB77-7C2CB650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12450-A498-B481-7AF8-CF05D6F7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1ECFB-E854-BA6B-8AE2-9556D099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0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35B9E-3F19-E963-C997-478A1DAE3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7A52-B8B8-6EF2-5A0F-BB1093A7D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2EA5-605D-C4F9-D9BE-A3D79C08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9728C-CDF8-DB80-E803-2B292B46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C4C4-3479-5D08-61AD-1B65AAE9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BDB87-725D-05C3-8DDA-54834C27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A59C4-F389-AD9D-F0E3-013F44290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F0EBA-695F-A96B-848A-15F017CCB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58B4A-14BA-4D83-A4BB-00F5FF57D2F4}" type="datetimeFigureOut">
              <a:rPr lang="en-US" smtClean="0"/>
              <a:t>2025-05-25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28CBF-8F8B-D0B6-145B-F240662A3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86A88-BE8B-8CA4-D263-ADB48AA19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46E8B-522F-439F-AB78-72959F2E0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8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25999A5-ABFB-1796-A8D6-CA254A943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5735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Lemon Tea" panose="02000600000000000000" pitchFamily="2" charset="0"/>
              </a:rPr>
              <a:t>Future</a:t>
            </a:r>
            <a:br>
              <a:rPr lang="en-US" dirty="0">
                <a:latin typeface="Lemon Tea" panose="02000600000000000000" pitchFamily="2" charset="0"/>
              </a:rPr>
            </a:br>
            <a:r>
              <a:rPr lang="en-US" dirty="0">
                <a:latin typeface="Lemon Tea" panose="02000600000000000000" pitchFamily="2" charset="0"/>
              </a:rPr>
              <a:t>tense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3BD999C-3C84-7BCC-E47D-3C66D8CEF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44953"/>
            <a:ext cx="9144000" cy="1655762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GRAMMAR PRESENTATION BY MR. STEFANO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9442E9E-7E1A-B42A-70F5-0DA8E4CFF132}"/>
              </a:ext>
            </a:extLst>
          </p:cNvPr>
          <p:cNvSpPr/>
          <p:nvPr/>
        </p:nvSpPr>
        <p:spPr>
          <a:xfrm>
            <a:off x="2915361" y="4530915"/>
            <a:ext cx="6361275" cy="341919"/>
          </a:xfrm>
          <a:custGeom>
            <a:avLst/>
            <a:gdLst/>
            <a:ahLst/>
            <a:cxnLst/>
            <a:rect l="l" t="t" r="r" b="b"/>
            <a:pathLst>
              <a:path w="6361275" h="341919">
                <a:moveTo>
                  <a:pt x="0" y="0"/>
                </a:moveTo>
                <a:lnTo>
                  <a:pt x="6361275" y="0"/>
                </a:lnTo>
                <a:lnTo>
                  <a:pt x="6361275" y="341918"/>
                </a:lnTo>
                <a:lnTo>
                  <a:pt x="0" y="341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C7AEF-88F5-DDA8-C3ED-BF5CB1292268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0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2007-61D7-F4EC-AFD3-EE28289F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3D2CEE-F1B6-E7EA-64BB-8AE70C2A1B56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D74F0-8DE3-74C0-881F-038EDFC892AB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What is future tense?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E8000-C238-9AA9-906C-5A140D52F12F}"/>
              </a:ext>
            </a:extLst>
          </p:cNvPr>
          <p:cNvSpPr txBox="1"/>
          <p:nvPr/>
        </p:nvSpPr>
        <p:spPr>
          <a:xfrm>
            <a:off x="5959642" y="2828835"/>
            <a:ext cx="5398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Future tense is used when we talk about something that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will happen later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. It is not happening now, and it did not happen in the past.</a:t>
            </a:r>
          </a:p>
        </p:txBody>
      </p:sp>
    </p:spTree>
    <p:extLst>
      <p:ext uri="{BB962C8B-B14F-4D97-AF65-F5344CB8AC3E}">
        <p14:creationId xmlns:p14="http://schemas.microsoft.com/office/powerpoint/2010/main" val="116265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2BB8-6D32-7A9A-4B0C-AC311EAB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CEFB9E-41B3-1526-65AE-759DEEA34632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7CE09-260F-E80B-CA40-AF03D2917889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When do we use future tense?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5C180A-C114-7409-9B5E-CF32A14B3152}"/>
              </a:ext>
            </a:extLst>
          </p:cNvPr>
          <p:cNvSpPr txBox="1"/>
          <p:nvPr/>
        </p:nvSpPr>
        <p:spPr>
          <a:xfrm>
            <a:off x="-754832" y="3095089"/>
            <a:ext cx="5398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to talk about something</a:t>
            </a:r>
            <a:b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that will happen later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1F68C-B93B-C1F6-3975-BB7FD5E362A8}"/>
              </a:ext>
            </a:extLst>
          </p:cNvPr>
          <p:cNvSpPr txBox="1"/>
          <p:nvPr/>
        </p:nvSpPr>
        <p:spPr>
          <a:xfrm>
            <a:off x="2924250" y="3095088"/>
            <a:ext cx="539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to make a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E8F08-02FA-91F4-0A02-7A22678B7DE7}"/>
              </a:ext>
            </a:extLst>
          </p:cNvPr>
          <p:cNvSpPr txBox="1"/>
          <p:nvPr/>
        </p:nvSpPr>
        <p:spPr>
          <a:xfrm>
            <a:off x="7091438" y="3090446"/>
            <a:ext cx="539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to make a promise or an offer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B2511-EAD4-6B5F-FC91-336B1A72EE5E}"/>
              </a:ext>
            </a:extLst>
          </p:cNvPr>
          <p:cNvSpPr txBox="1"/>
          <p:nvPr/>
        </p:nvSpPr>
        <p:spPr>
          <a:xfrm>
            <a:off x="990675" y="5347722"/>
            <a:ext cx="539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to make a plan or decision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14FE-6B98-BDAD-E6B7-5AC1DCD548D2}"/>
              </a:ext>
            </a:extLst>
          </p:cNvPr>
          <p:cNvSpPr txBox="1"/>
          <p:nvPr/>
        </p:nvSpPr>
        <p:spPr>
          <a:xfrm>
            <a:off x="5623334" y="5347722"/>
            <a:ext cx="539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to describe what someone is going to do</a:t>
            </a:r>
          </a:p>
        </p:txBody>
      </p:sp>
    </p:spTree>
    <p:extLst>
      <p:ext uri="{BB962C8B-B14F-4D97-AF65-F5344CB8AC3E}">
        <p14:creationId xmlns:p14="http://schemas.microsoft.com/office/powerpoint/2010/main" val="385735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C064-A953-37D4-0518-3F3C180C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A09843-D5C4-C4B0-80AF-FC905D257D37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455FE-9D81-C8E1-1F79-37626DBA7F1E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future tense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8A3464-555F-BFE0-5D9D-F60DA6C1A2CE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B7DD2-2F77-CAE0-641B-CF5F346F6E4B}"/>
              </a:ext>
            </a:extLst>
          </p:cNvPr>
          <p:cNvSpPr txBox="1"/>
          <p:nvPr/>
        </p:nvSpPr>
        <p:spPr>
          <a:xfrm>
            <a:off x="1763514" y="1714737"/>
            <a:ext cx="7479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To talk about something that will happen later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AE326-4D41-79D4-1EC9-CF075F17ADD3}"/>
              </a:ext>
            </a:extLst>
          </p:cNvPr>
          <p:cNvSpPr txBox="1"/>
          <p:nvPr/>
        </p:nvSpPr>
        <p:spPr>
          <a:xfrm>
            <a:off x="946484" y="3519636"/>
            <a:ext cx="4745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We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will have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 math test tomorrow.</a:t>
            </a:r>
          </a:p>
        </p:txBody>
      </p:sp>
    </p:spTree>
    <p:extLst>
      <p:ext uri="{BB962C8B-B14F-4D97-AF65-F5344CB8AC3E}">
        <p14:creationId xmlns:p14="http://schemas.microsoft.com/office/powerpoint/2010/main" val="846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055C-2AFB-A4CF-C1E4-3FD710FBD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8079D95-A4E6-5D0F-7E97-5AE1BCF53C2E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BDC05D-417A-9673-C912-A200601ED4E9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future tense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CA80B7-0EBA-0E38-7B46-4760A6FF61BC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490AF-D049-F421-8B16-B82BD8087B47}"/>
              </a:ext>
            </a:extLst>
          </p:cNvPr>
          <p:cNvSpPr txBox="1"/>
          <p:nvPr/>
        </p:nvSpPr>
        <p:spPr>
          <a:xfrm>
            <a:off x="1763514" y="1714737"/>
            <a:ext cx="3514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To make a prediction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BBD44-9079-F869-4E4D-55A75EEB3D6B}"/>
              </a:ext>
            </a:extLst>
          </p:cNvPr>
          <p:cNvSpPr txBox="1"/>
          <p:nvPr/>
        </p:nvSpPr>
        <p:spPr>
          <a:xfrm>
            <a:off x="946484" y="3519636"/>
            <a:ext cx="2981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It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rain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later today.</a:t>
            </a:r>
          </a:p>
        </p:txBody>
      </p:sp>
    </p:spTree>
    <p:extLst>
      <p:ext uri="{BB962C8B-B14F-4D97-AF65-F5344CB8AC3E}">
        <p14:creationId xmlns:p14="http://schemas.microsoft.com/office/powerpoint/2010/main" val="34511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0E6C-3C49-5118-624E-3882C868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FB6CDB-B115-52DE-F25A-097B537BF0C0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5A4E6-ECA1-BFC7-4AF5-1096291F0708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future tense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462FC2-B355-729B-51A2-6097FCE03712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096EC-CB0A-9E51-217D-A8724A5AAB77}"/>
              </a:ext>
            </a:extLst>
          </p:cNvPr>
          <p:cNvSpPr txBox="1"/>
          <p:nvPr/>
        </p:nvSpPr>
        <p:spPr>
          <a:xfrm>
            <a:off x="1763514" y="1714737"/>
            <a:ext cx="4870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To make a promise or an offer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21F76-87D4-6D77-07F5-60BD3041BCFE}"/>
              </a:ext>
            </a:extLst>
          </p:cNvPr>
          <p:cNvSpPr txBox="1"/>
          <p:nvPr/>
        </p:nvSpPr>
        <p:spPr>
          <a:xfrm>
            <a:off x="946484" y="3519636"/>
            <a:ext cx="4650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will help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you with your homework.</a:t>
            </a:r>
          </a:p>
        </p:txBody>
      </p:sp>
    </p:spTree>
    <p:extLst>
      <p:ext uri="{BB962C8B-B14F-4D97-AF65-F5344CB8AC3E}">
        <p14:creationId xmlns:p14="http://schemas.microsoft.com/office/powerpoint/2010/main" val="322055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D19F-2D2A-01F0-6FCD-25A04389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D9ED745-9641-53F5-4D85-1193E152010A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B402F-90A3-0611-4C5E-E2589EDD1527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future tense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7C45FE-4C5D-C24A-B4BE-4C7690A397DE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5321B-B18F-7975-EBBC-37EE4F2336C3}"/>
              </a:ext>
            </a:extLst>
          </p:cNvPr>
          <p:cNvSpPr txBox="1"/>
          <p:nvPr/>
        </p:nvSpPr>
        <p:spPr>
          <a:xfrm>
            <a:off x="1763514" y="1714737"/>
            <a:ext cx="510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To talk about a plan or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CC3C5-2022-7AC5-581B-913D09A15F2B}"/>
              </a:ext>
            </a:extLst>
          </p:cNvPr>
          <p:cNvSpPr txBox="1"/>
          <p:nvPr/>
        </p:nvSpPr>
        <p:spPr>
          <a:xfrm>
            <a:off x="946484" y="3519636"/>
            <a:ext cx="5694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We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are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going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to visit the zoo next weekend.</a:t>
            </a:r>
          </a:p>
        </p:txBody>
      </p:sp>
    </p:spTree>
    <p:extLst>
      <p:ext uri="{BB962C8B-B14F-4D97-AF65-F5344CB8AC3E}">
        <p14:creationId xmlns:p14="http://schemas.microsoft.com/office/powerpoint/2010/main" val="158696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BD67-7F9B-DB1D-F073-45F496FA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A43D872-6965-325E-B1F9-5603DF02DCB0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D7705-7DB4-A36B-7728-A37332FBD357}"/>
              </a:ext>
            </a:extLst>
          </p:cNvPr>
          <p:cNvSpPr txBox="1"/>
          <p:nvPr/>
        </p:nvSpPr>
        <p:spPr>
          <a:xfrm>
            <a:off x="1564481" y="550068"/>
            <a:ext cx="9029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Using future tense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9C1F8E-88B6-FF72-4209-F15495E52FE3}"/>
              </a:ext>
            </a:extLst>
          </p:cNvPr>
          <p:cNvSpPr/>
          <p:nvPr/>
        </p:nvSpPr>
        <p:spPr>
          <a:xfrm>
            <a:off x="946484" y="1636572"/>
            <a:ext cx="617997" cy="617997"/>
          </a:xfrm>
          <a:prstGeom prst="ellipse">
            <a:avLst/>
          </a:prstGeom>
          <a:solidFill>
            <a:srgbClr val="FFFFCC"/>
          </a:solidFill>
          <a:ln w="28575">
            <a:solidFill>
              <a:srgbClr val="FFF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96E3F-5EB9-B775-3DBA-7A6F4757DCBF}"/>
              </a:ext>
            </a:extLst>
          </p:cNvPr>
          <p:cNvSpPr txBox="1"/>
          <p:nvPr/>
        </p:nvSpPr>
        <p:spPr>
          <a:xfrm>
            <a:off x="1763514" y="1714737"/>
            <a:ext cx="6574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To describe what someone is going to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7C642-C131-84EA-A4DA-D266CDABB9F4}"/>
              </a:ext>
            </a:extLst>
          </p:cNvPr>
          <p:cNvSpPr txBox="1"/>
          <p:nvPr/>
        </p:nvSpPr>
        <p:spPr>
          <a:xfrm>
            <a:off x="946484" y="3519636"/>
            <a:ext cx="3789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She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going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to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bake a cake.</a:t>
            </a:r>
          </a:p>
        </p:txBody>
      </p:sp>
    </p:spTree>
    <p:extLst>
      <p:ext uri="{BB962C8B-B14F-4D97-AF65-F5344CB8AC3E}">
        <p14:creationId xmlns:p14="http://schemas.microsoft.com/office/powerpoint/2010/main" val="136212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1A48-0E13-EF2E-0620-BA46D463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E042C4E-187E-DF8C-55DC-BB95C1F49C7E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D54C1-19DC-790A-EC8A-4C83202C82EF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(positive)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CA4972-181F-2781-CA2A-E36CA9531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413530"/>
              </p:ext>
            </p:extLst>
          </p:nvPr>
        </p:nvGraphicFramePr>
        <p:xfrm>
          <a:off x="2015330" y="2936240"/>
          <a:ext cx="8127999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9470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3319196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will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C9A23C-3671-0656-68CB-CC40855D1C32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A12C60-2B41-76BB-ECE8-0ACFF5B62837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9B84ED-1500-D490-D6F8-1EFAF69D19C4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</p:spTree>
    <p:extLst>
      <p:ext uri="{BB962C8B-B14F-4D97-AF65-F5344CB8AC3E}">
        <p14:creationId xmlns:p14="http://schemas.microsoft.com/office/powerpoint/2010/main" val="102719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D0320-8754-B92D-FAF2-7ED56753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44B047-DC94-E43A-F0EA-94EFDCFCD660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726D0-ED0B-EF5F-4FB3-7F699E456800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(question)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81A1B-893F-1E26-E216-70EF68A0E962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7570C35-22D9-82E0-FB8E-29637BA27A03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5AC4F0-2068-6F89-69A4-8D4F7D9A8D88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B75091-5299-1339-478C-5D18F3177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43633"/>
              </p:ext>
            </p:extLst>
          </p:nvPr>
        </p:nvGraphicFramePr>
        <p:xfrm>
          <a:off x="2015329" y="293624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32192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96961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694186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2517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360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1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12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4F6C-4ED5-215F-4C53-B8E35951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DDE2A6F-1BC1-5028-14AA-9848195634DA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354C0-5692-8278-3B57-97254F776640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(negative)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D9E2AA-4211-4B2C-6263-6209A3D22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324804"/>
              </p:ext>
            </p:extLst>
          </p:nvPr>
        </p:nvGraphicFramePr>
        <p:xfrm>
          <a:off x="2015330" y="2936240"/>
          <a:ext cx="8127999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9470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3319196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will not be</a:t>
                      </a:r>
                      <a:b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won’t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1F8DFC-0CE2-0267-8A73-543DBBE1612A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A3BD3E-E374-DD6C-C974-443A437C4F7C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8690E1B-C583-9989-8CF8-BE0E22DFFF51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</p:spTree>
    <p:extLst>
      <p:ext uri="{BB962C8B-B14F-4D97-AF65-F5344CB8AC3E}">
        <p14:creationId xmlns:p14="http://schemas.microsoft.com/office/powerpoint/2010/main" val="1171932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BF6A-97BA-B3DF-AAFD-6A20C8A6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F6587B7-199F-36D5-5C26-4CE32FC55AEF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8B0E3-C09F-1C0E-7E7B-058B2E7F62BA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(positive) (going TO + BE)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550EE-4755-46FF-BE35-57DEC94BC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644712"/>
              </p:ext>
            </p:extLst>
          </p:nvPr>
        </p:nvGraphicFramePr>
        <p:xfrm>
          <a:off x="2015330" y="293624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8496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1668496">
                  <a:extLst>
                    <a:ext uri="{9D8B030D-6E8A-4147-A177-3AD203B41FA5}">
                      <a16:colId xmlns:a16="http://schemas.microsoft.com/office/drawing/2014/main" val="3400208509"/>
                    </a:ext>
                  </a:extLst>
                </a:gridCol>
                <a:gridCol w="2637840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2153168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going to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CA68F1-C249-64AA-C26C-1D9FC26070D7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D49299-C3B2-7B9E-0338-3CB2075761C3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3664DE-0471-DF64-15D2-63CF58865295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</p:spTree>
    <p:extLst>
      <p:ext uri="{BB962C8B-B14F-4D97-AF65-F5344CB8AC3E}">
        <p14:creationId xmlns:p14="http://schemas.microsoft.com/office/powerpoint/2010/main" val="34944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1D20-3A56-3B2F-E4AB-6B1E7FBE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9C283B-16AD-347F-C420-B00996AA71A2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3F215-B333-9C1A-60C4-9677724F7F22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(negative) (going TO + BE)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A50926-7AF4-0D0E-919C-ECDAE2D26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67032"/>
              </p:ext>
            </p:extLst>
          </p:nvPr>
        </p:nvGraphicFramePr>
        <p:xfrm>
          <a:off x="2015330" y="293624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8496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1668496">
                  <a:extLst>
                    <a:ext uri="{9D8B030D-6E8A-4147-A177-3AD203B41FA5}">
                      <a16:colId xmlns:a16="http://schemas.microsoft.com/office/drawing/2014/main" val="3400208509"/>
                    </a:ext>
                  </a:extLst>
                </a:gridCol>
                <a:gridCol w="2637840">
                  <a:extLst>
                    <a:ext uri="{9D8B030D-6E8A-4147-A177-3AD203B41FA5}">
                      <a16:colId xmlns:a16="http://schemas.microsoft.com/office/drawing/2014/main" val="3002836332"/>
                    </a:ext>
                  </a:extLst>
                </a:gridCol>
                <a:gridCol w="2153168">
                  <a:extLst>
                    <a:ext uri="{9D8B030D-6E8A-4147-A177-3AD203B41FA5}">
                      <a16:colId xmlns:a16="http://schemas.microsoft.com/office/drawing/2014/main" val="74533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going to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1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209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31981D0-1CAB-E8D6-B781-2692762F5903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AFDB8F-D8A0-C320-DAEB-286D349DA5F0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0DD576-746C-9FF6-2734-B795947BAEBD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</p:spTree>
    <p:extLst>
      <p:ext uri="{BB962C8B-B14F-4D97-AF65-F5344CB8AC3E}">
        <p14:creationId xmlns:p14="http://schemas.microsoft.com/office/powerpoint/2010/main" val="30279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AD88-6CD4-76BD-9873-28F20FE5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D018692-CBA9-03A6-4DFF-4E0A5B91FFD3}"/>
              </a:ext>
            </a:extLst>
          </p:cNvPr>
          <p:cNvSpPr/>
          <p:nvPr/>
        </p:nvSpPr>
        <p:spPr>
          <a:xfrm>
            <a:off x="157163" y="171450"/>
            <a:ext cx="11844337" cy="6515100"/>
          </a:xfrm>
          <a:prstGeom prst="rect">
            <a:avLst/>
          </a:prstGeom>
          <a:noFill/>
          <a:ln w="381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3AD18-E6CD-BB43-8409-7E648A077603}"/>
              </a:ext>
            </a:extLst>
          </p:cNvPr>
          <p:cNvSpPr txBox="1"/>
          <p:nvPr/>
        </p:nvSpPr>
        <p:spPr>
          <a:xfrm>
            <a:off x="1564481" y="550068"/>
            <a:ext cx="902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Lemon Tea" panose="02000600000000000000" pitchFamily="2" charset="0"/>
              </a:rPr>
              <a:t>Structure of future tense (question) (going TO + BE)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30DBA-E49C-F17B-139C-3504966E7F3B}"/>
              </a:ext>
            </a:extLst>
          </p:cNvPr>
          <p:cNvSpPr txBox="1"/>
          <p:nvPr/>
        </p:nvSpPr>
        <p:spPr>
          <a:xfrm>
            <a:off x="4450557" y="5482333"/>
            <a:ext cx="3561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play with the colors of the table a little bit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389A77-E553-C714-148D-1E0092BFA402}"/>
              </a:ext>
            </a:extLst>
          </p:cNvPr>
          <p:cNvCxnSpPr>
            <a:cxnSpLocks/>
          </p:cNvCxnSpPr>
          <p:nvPr/>
        </p:nvCxnSpPr>
        <p:spPr>
          <a:xfrm flipV="1">
            <a:off x="8801100" y="4419600"/>
            <a:ext cx="0" cy="44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E72C99-8021-476D-F7B0-F4C679F595BB}"/>
              </a:ext>
            </a:extLst>
          </p:cNvPr>
          <p:cNvSpPr txBox="1"/>
          <p:nvPr/>
        </p:nvSpPr>
        <p:spPr>
          <a:xfrm>
            <a:off x="8572500" y="5257800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The verb is always</a:t>
            </a:r>
            <a:b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V₀.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CAF686-ADD5-83F6-1FCD-6B7E78C4D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982417"/>
              </p:ext>
            </p:extLst>
          </p:nvPr>
        </p:nvGraphicFramePr>
        <p:xfrm>
          <a:off x="2015330" y="2468373"/>
          <a:ext cx="812800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58940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522424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1284541"/>
                    </a:ext>
                  </a:extLst>
                </a:gridCol>
              </a:tblGrid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going to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you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19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A2553E-833B-3BB8-851C-D0E9BBBF6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58411"/>
              </p:ext>
            </p:extLst>
          </p:nvPr>
        </p:nvGraphicFramePr>
        <p:xfrm>
          <a:off x="2015330" y="3424427"/>
          <a:ext cx="8128000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465109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58940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522424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1284541"/>
                    </a:ext>
                  </a:extLst>
                </a:gridCol>
              </a:tblGrid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he/she/it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going to 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late?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92652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we/they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55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456</Words>
  <Application>Microsoft Office PowerPoint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Lemon Tea</vt:lpstr>
      <vt:lpstr>Poppins</vt:lpstr>
      <vt:lpstr>Office Theme</vt:lpstr>
      <vt:lpstr>Future tense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ntrk ⠀</dc:creator>
  <cp:lastModifiedBy>ntrk ⠀</cp:lastModifiedBy>
  <cp:revision>2</cp:revision>
  <dcterms:created xsi:type="dcterms:W3CDTF">2025-05-25T09:44:19Z</dcterms:created>
  <dcterms:modified xsi:type="dcterms:W3CDTF">2025-05-25T10:17:20Z</dcterms:modified>
</cp:coreProperties>
</file>